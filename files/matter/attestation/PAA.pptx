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64" r:id="rId3"/>
  </p:sldMasterIdLst>
  <p:notesMasterIdLst>
    <p:notesMasterId r:id="rId7"/>
  </p:notesMasterIdLst>
  <p:handoutMasterIdLst>
    <p:handoutMasterId r:id="rId8"/>
  </p:handoutMasterIdLst>
  <p:sldIdLst>
    <p:sldId id="2624" r:id="rId4"/>
    <p:sldId id="23356" r:id="rId5"/>
    <p:sldId id="2672" r:id="rId6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DC4C0718-B516-4674-AE59-4ACBE7BD7558}">
          <p14:sldIdLst>
            <p14:sldId id="2624"/>
            <p14:sldId id="23356"/>
            <p14:sldId id="2672"/>
          </p14:sldIdLst>
        </p14:section>
        <p14:section name="Backup" id="{5D175E1E-D359-4D16-9734-49A7E61872C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1" userDrawn="1">
          <p15:clr>
            <a:srgbClr val="A4A3A4"/>
          </p15:clr>
        </p15:guide>
        <p15:guide id="2" pos="5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王松辉" initials="王松辉" lastIdx="19" clrIdx="0"/>
  <p:cmAuthor id="2" name="作者" initials="A" lastIdx="0" clrIdx="1"/>
  <p:cmAuthor id="3" name="李生立" initials="李生立" lastIdx="4" clrIdx="2"/>
  <p:cmAuthor id="4" name="杨智添" initials="杨智添" lastIdx="1" clrIdx="3"/>
  <p:cmAuthor id="6" name="yangzhitian" initials="y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223F59"/>
    <a:srgbClr val="C48D79"/>
    <a:srgbClr val="7B9495"/>
    <a:srgbClr val="FFFFFF"/>
    <a:srgbClr val="CA8796"/>
    <a:srgbClr val="868D94"/>
    <a:srgbClr val="DE563E"/>
    <a:srgbClr val="D6301A"/>
    <a:srgbClr val="FF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40" autoAdjust="0"/>
    <p:restoredTop sz="89487" autoAdjust="0"/>
  </p:normalViewPr>
  <p:slideViewPr>
    <p:cSldViewPr showGuides="1">
      <p:cViewPr varScale="1">
        <p:scale>
          <a:sx n="99" d="100"/>
          <a:sy n="99" d="100"/>
        </p:scale>
        <p:origin x="1086" y="72"/>
      </p:cViewPr>
      <p:guideLst>
        <p:guide orient="horz" pos="551"/>
        <p:guide pos="5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8654"/>
    </p:cViewPr>
  </p:sorterViewPr>
  <p:notesViewPr>
    <p:cSldViewPr>
      <p:cViewPr varScale="1">
        <p:scale>
          <a:sx n="57" d="100"/>
          <a:sy n="57" d="100"/>
        </p:scale>
        <p:origin x="3245" y="53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微软雅黑" panose="020B0503020204020204" pitchFamily="34" charset="-122"/>
              </a:rPr>
              <a:t>2026/8/31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微软雅黑" panose="020B0503020204020204" pitchFamily="34" charset="-122"/>
              </a:rPr>
              <a:t>‹#›</a:t>
            </a:fld>
            <a:endParaRPr lang="zh-CN" altLang="en-US" dirty="0"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1BC41739-0CD9-4590-92B4-B7CBAD9D84A8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2A7D5AF4-933D-4981-9660-F562A10FD148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D5AF4-933D-4981-9660-F562A10FD14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8.xml"/><Relationship Id="rId7" Type="http://schemas.openxmlformats.org/officeDocument/2006/relationships/image" Target="../media/image7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.xml"/><Relationship Id="rId9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16.xml"/><Relationship Id="rId7" Type="http://schemas.openxmlformats.org/officeDocument/2006/relationships/image" Target="../media/image7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6.jpeg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7.xml"/><Relationship Id="rId9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24.xml"/><Relationship Id="rId7" Type="http://schemas.openxmlformats.org/officeDocument/2006/relationships/image" Target="../media/image7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6.jpeg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25.xml"/><Relationship Id="rId9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/>
        </p:nvSpPr>
        <p:spPr>
          <a:xfrm>
            <a:off x="0" y="635"/>
            <a:ext cx="9586595" cy="6847840"/>
          </a:xfrm>
          <a:custGeom>
            <a:avLst/>
            <a:gdLst>
              <a:gd name="connsiteX0" fmla="*/ 0 w 9610641"/>
              <a:gd name="connsiteY0" fmla="*/ 0 h 6858000"/>
              <a:gd name="connsiteX1" fmla="*/ 9610641 w 9610641"/>
              <a:gd name="connsiteY1" fmla="*/ 0 h 6858000"/>
              <a:gd name="connsiteX2" fmla="*/ 9610641 w 9610641"/>
              <a:gd name="connsiteY2" fmla="*/ 6858000 h 6858000"/>
              <a:gd name="connsiteX3" fmla="*/ 0 w 9610641"/>
              <a:gd name="connsiteY3" fmla="*/ 6858000 h 6858000"/>
              <a:gd name="connsiteX4" fmla="*/ 0 w 9610641"/>
              <a:gd name="connsiteY4" fmla="*/ 0 h 6858000"/>
              <a:gd name="connsiteX0-1" fmla="*/ 0 w 9610641"/>
              <a:gd name="connsiteY0-2" fmla="*/ 0 h 6882276"/>
              <a:gd name="connsiteX1-3" fmla="*/ 9610641 w 9610641"/>
              <a:gd name="connsiteY1-4" fmla="*/ 0 h 6882276"/>
              <a:gd name="connsiteX2-5" fmla="*/ 3509246 w 9610641"/>
              <a:gd name="connsiteY2-6" fmla="*/ 6882276 h 6882276"/>
              <a:gd name="connsiteX3-7" fmla="*/ 0 w 9610641"/>
              <a:gd name="connsiteY3-8" fmla="*/ 6858000 h 6882276"/>
              <a:gd name="connsiteX4-9" fmla="*/ 0 w 9610641"/>
              <a:gd name="connsiteY4-10" fmla="*/ 0 h 6882276"/>
              <a:gd name="connsiteX0-11" fmla="*/ 0 w 9610641"/>
              <a:gd name="connsiteY0-12" fmla="*/ 0 h 6882276"/>
              <a:gd name="connsiteX1-13" fmla="*/ 9610641 w 9610641"/>
              <a:gd name="connsiteY1-14" fmla="*/ 0 h 6882276"/>
              <a:gd name="connsiteX2-15" fmla="*/ 3509246 w 9610641"/>
              <a:gd name="connsiteY2-16" fmla="*/ 6882276 h 6882276"/>
              <a:gd name="connsiteX3-17" fmla="*/ 0 w 9610641"/>
              <a:gd name="connsiteY3-18" fmla="*/ 6858000 h 6882276"/>
              <a:gd name="connsiteX4-19" fmla="*/ 0 w 9610641"/>
              <a:gd name="connsiteY4-20" fmla="*/ 0 h 6882276"/>
              <a:gd name="connsiteX0-21" fmla="*/ 0 w 9610641"/>
              <a:gd name="connsiteY0-22" fmla="*/ 0 h 6882276"/>
              <a:gd name="connsiteX1-23" fmla="*/ 9610641 w 9610641"/>
              <a:gd name="connsiteY1-24" fmla="*/ 0 h 6882276"/>
              <a:gd name="connsiteX2-25" fmla="*/ 3509246 w 9610641"/>
              <a:gd name="connsiteY2-26" fmla="*/ 6882276 h 6882276"/>
              <a:gd name="connsiteX3-27" fmla="*/ 0 w 9610641"/>
              <a:gd name="connsiteY3-28" fmla="*/ 6858000 h 6882276"/>
              <a:gd name="connsiteX4-29" fmla="*/ 0 w 9610641"/>
              <a:gd name="connsiteY4-30" fmla="*/ 0 h 6882276"/>
              <a:gd name="connsiteX0-31" fmla="*/ 0 w 9610641"/>
              <a:gd name="connsiteY0-32" fmla="*/ 0 h 6882276"/>
              <a:gd name="connsiteX1-33" fmla="*/ 9610641 w 9610641"/>
              <a:gd name="connsiteY1-34" fmla="*/ 0 h 6882276"/>
              <a:gd name="connsiteX2-35" fmla="*/ 3509246 w 9610641"/>
              <a:gd name="connsiteY2-36" fmla="*/ 6882276 h 6882276"/>
              <a:gd name="connsiteX3-37" fmla="*/ 0 w 9610641"/>
              <a:gd name="connsiteY3-38" fmla="*/ 6858000 h 6882276"/>
              <a:gd name="connsiteX4-39" fmla="*/ 0 w 9610641"/>
              <a:gd name="connsiteY4-40" fmla="*/ 0 h 6882276"/>
              <a:gd name="connsiteX0-41" fmla="*/ 0 w 9610641"/>
              <a:gd name="connsiteY0-42" fmla="*/ 0 h 6882276"/>
              <a:gd name="connsiteX1-43" fmla="*/ 9610641 w 9610641"/>
              <a:gd name="connsiteY1-44" fmla="*/ 0 h 6882276"/>
              <a:gd name="connsiteX2-45" fmla="*/ 3509246 w 9610641"/>
              <a:gd name="connsiteY2-46" fmla="*/ 6882276 h 6882276"/>
              <a:gd name="connsiteX3-47" fmla="*/ 0 w 9610641"/>
              <a:gd name="connsiteY3-48" fmla="*/ 6858000 h 6882276"/>
              <a:gd name="connsiteX4-49" fmla="*/ 0 w 9610641"/>
              <a:gd name="connsiteY4-50" fmla="*/ 0 h 6882276"/>
              <a:gd name="connsiteX0-51" fmla="*/ 0 w 10201360"/>
              <a:gd name="connsiteY0-52" fmla="*/ 0 h 6882276"/>
              <a:gd name="connsiteX1-53" fmla="*/ 10201360 w 10201360"/>
              <a:gd name="connsiteY1-54" fmla="*/ 0 h 6882276"/>
              <a:gd name="connsiteX2-55" fmla="*/ 3509246 w 10201360"/>
              <a:gd name="connsiteY2-56" fmla="*/ 6882276 h 6882276"/>
              <a:gd name="connsiteX3-57" fmla="*/ 0 w 10201360"/>
              <a:gd name="connsiteY3-58" fmla="*/ 6858000 h 6882276"/>
              <a:gd name="connsiteX4-59" fmla="*/ 0 w 10201360"/>
              <a:gd name="connsiteY4-60" fmla="*/ 0 h 6882276"/>
              <a:gd name="connsiteX0-61" fmla="*/ 0 w 9586365"/>
              <a:gd name="connsiteY0-62" fmla="*/ 0 h 6882276"/>
              <a:gd name="connsiteX1-63" fmla="*/ 9586365 w 9586365"/>
              <a:gd name="connsiteY1-64" fmla="*/ 16184 h 6882276"/>
              <a:gd name="connsiteX2-65" fmla="*/ 3509246 w 9586365"/>
              <a:gd name="connsiteY2-66" fmla="*/ 6882276 h 6882276"/>
              <a:gd name="connsiteX3-67" fmla="*/ 0 w 9586365"/>
              <a:gd name="connsiteY3-68" fmla="*/ 6858000 h 6882276"/>
              <a:gd name="connsiteX4-69" fmla="*/ 0 w 9586365"/>
              <a:gd name="connsiteY4-70" fmla="*/ 0 h 6882276"/>
              <a:gd name="connsiteX0-71" fmla="*/ 0 w 9586365"/>
              <a:gd name="connsiteY0-72" fmla="*/ 0 h 6882276"/>
              <a:gd name="connsiteX1-73" fmla="*/ 9586365 w 9586365"/>
              <a:gd name="connsiteY1-74" fmla="*/ 16184 h 6882276"/>
              <a:gd name="connsiteX2-75" fmla="*/ 3509246 w 9586365"/>
              <a:gd name="connsiteY2-76" fmla="*/ 6882276 h 6882276"/>
              <a:gd name="connsiteX3-77" fmla="*/ 0 w 9586365"/>
              <a:gd name="connsiteY3-78" fmla="*/ 6858000 h 6882276"/>
              <a:gd name="connsiteX4-79" fmla="*/ 0 w 9586365"/>
              <a:gd name="connsiteY4-80" fmla="*/ 0 h 6882276"/>
              <a:gd name="connsiteX0-81" fmla="*/ 0 w 9586365"/>
              <a:gd name="connsiteY0-82" fmla="*/ 0 h 6882276"/>
              <a:gd name="connsiteX1-83" fmla="*/ 9586365 w 9586365"/>
              <a:gd name="connsiteY1-84" fmla="*/ 16184 h 6882276"/>
              <a:gd name="connsiteX2-85" fmla="*/ 3509246 w 9586365"/>
              <a:gd name="connsiteY2-86" fmla="*/ 6882276 h 6882276"/>
              <a:gd name="connsiteX3-87" fmla="*/ 0 w 9586365"/>
              <a:gd name="connsiteY3-88" fmla="*/ 6858000 h 6882276"/>
              <a:gd name="connsiteX4-89" fmla="*/ 0 w 9586365"/>
              <a:gd name="connsiteY4-90" fmla="*/ 0 h 6882276"/>
              <a:gd name="connsiteX0-91" fmla="*/ 0 w 9586365"/>
              <a:gd name="connsiteY0-92" fmla="*/ 0 h 6882276"/>
              <a:gd name="connsiteX1-93" fmla="*/ 9586365 w 9586365"/>
              <a:gd name="connsiteY1-94" fmla="*/ 16184 h 6882276"/>
              <a:gd name="connsiteX2-95" fmla="*/ 3509246 w 9586365"/>
              <a:gd name="connsiteY2-96" fmla="*/ 6882276 h 6882276"/>
              <a:gd name="connsiteX3-97" fmla="*/ 0 w 9586365"/>
              <a:gd name="connsiteY3-98" fmla="*/ 6858000 h 6882276"/>
              <a:gd name="connsiteX4-99" fmla="*/ 0 w 9586365"/>
              <a:gd name="connsiteY4-100" fmla="*/ 0 h 6882276"/>
              <a:gd name="connsiteX0-101" fmla="*/ 0 w 9586365"/>
              <a:gd name="connsiteY0-102" fmla="*/ 0 h 6882276"/>
              <a:gd name="connsiteX1-103" fmla="*/ 9586365 w 9586365"/>
              <a:gd name="connsiteY1-104" fmla="*/ 16184 h 6882276"/>
              <a:gd name="connsiteX2-105" fmla="*/ 3509246 w 9586365"/>
              <a:gd name="connsiteY2-106" fmla="*/ 6882276 h 6882276"/>
              <a:gd name="connsiteX3-107" fmla="*/ 0 w 9586365"/>
              <a:gd name="connsiteY3-108" fmla="*/ 6858000 h 6882276"/>
              <a:gd name="connsiteX4-109" fmla="*/ 0 w 9586365"/>
              <a:gd name="connsiteY4-110" fmla="*/ 0 h 6882276"/>
              <a:gd name="connsiteX0-111" fmla="*/ 0 w 9586365"/>
              <a:gd name="connsiteY0-112" fmla="*/ 0 h 6882276"/>
              <a:gd name="connsiteX1-113" fmla="*/ 9586365 w 9586365"/>
              <a:gd name="connsiteY1-114" fmla="*/ 16184 h 6882276"/>
              <a:gd name="connsiteX2-115" fmla="*/ 3509246 w 9586365"/>
              <a:gd name="connsiteY2-116" fmla="*/ 6882276 h 6882276"/>
              <a:gd name="connsiteX3-117" fmla="*/ 0 w 9586365"/>
              <a:gd name="connsiteY3-118" fmla="*/ 6858000 h 6882276"/>
              <a:gd name="connsiteX4-119" fmla="*/ 0 w 9586365"/>
              <a:gd name="connsiteY4-120" fmla="*/ 0 h 6882276"/>
              <a:gd name="connsiteX0-121" fmla="*/ 0 w 9586365"/>
              <a:gd name="connsiteY0-122" fmla="*/ 0 h 6875926"/>
              <a:gd name="connsiteX1-123" fmla="*/ 9586365 w 9586365"/>
              <a:gd name="connsiteY1-124" fmla="*/ 16184 h 6875926"/>
              <a:gd name="connsiteX2-125" fmla="*/ 3515596 w 9586365"/>
              <a:gd name="connsiteY2-126" fmla="*/ 6875926 h 6875926"/>
              <a:gd name="connsiteX3-127" fmla="*/ 0 w 9586365"/>
              <a:gd name="connsiteY3-128" fmla="*/ 6858000 h 6875926"/>
              <a:gd name="connsiteX4-129" fmla="*/ 0 w 9586365"/>
              <a:gd name="connsiteY4-130" fmla="*/ 0 h 6875926"/>
              <a:gd name="connsiteX0-131" fmla="*/ 0 w 9586365"/>
              <a:gd name="connsiteY0-132" fmla="*/ 0 h 6875926"/>
              <a:gd name="connsiteX1-133" fmla="*/ 9586365 w 9586365"/>
              <a:gd name="connsiteY1-134" fmla="*/ 1368 h 6875926"/>
              <a:gd name="connsiteX2-135" fmla="*/ 3515596 w 9586365"/>
              <a:gd name="connsiteY2-136" fmla="*/ 6875926 h 6875926"/>
              <a:gd name="connsiteX3-137" fmla="*/ 0 w 9586365"/>
              <a:gd name="connsiteY3-138" fmla="*/ 6858000 h 6875926"/>
              <a:gd name="connsiteX4-139" fmla="*/ 0 w 9586365"/>
              <a:gd name="connsiteY4-140" fmla="*/ 0 h 687592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586365" h="6875926">
                <a:moveTo>
                  <a:pt x="0" y="0"/>
                </a:moveTo>
                <a:lnTo>
                  <a:pt x="9586365" y="1368"/>
                </a:lnTo>
                <a:cubicBezTo>
                  <a:pt x="5537650" y="1146391"/>
                  <a:pt x="3834052" y="4531595"/>
                  <a:pt x="3515596" y="687592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7" name="直角三角形 3"/>
          <p:cNvSpPr/>
          <p:nvPr userDrawn="1"/>
        </p:nvSpPr>
        <p:spPr>
          <a:xfrm flipV="1">
            <a:off x="5561081" y="-27940"/>
            <a:ext cx="5794290" cy="2818394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5794290" h="2123606">
                <a:moveTo>
                  <a:pt x="4299306" y="2122721"/>
                </a:moveTo>
                <a:cubicBezTo>
                  <a:pt x="2665473" y="1751344"/>
                  <a:pt x="1257066" y="1185461"/>
                  <a:pt x="0" y="0"/>
                </a:cubicBezTo>
                <a:cubicBezTo>
                  <a:pt x="902449" y="660654"/>
                  <a:pt x="2197538" y="1647613"/>
                  <a:pt x="5794290" y="2123606"/>
                </a:cubicBezTo>
                <a:lnTo>
                  <a:pt x="4299306" y="212272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8" name="直角三角形 3"/>
          <p:cNvSpPr/>
          <p:nvPr userDrawn="1"/>
        </p:nvSpPr>
        <p:spPr>
          <a:xfrm>
            <a:off x="2568575" y="1959610"/>
            <a:ext cx="3570605" cy="4897755"/>
          </a:xfrm>
          <a:custGeom>
            <a:avLst/>
            <a:gdLst>
              <a:gd name="connsiteX0" fmla="*/ 0 w 5623"/>
              <a:gd name="connsiteY0" fmla="*/ 7758 h 7758"/>
              <a:gd name="connsiteX1" fmla="*/ 5623 w 5623"/>
              <a:gd name="connsiteY1" fmla="*/ 0 h 7758"/>
              <a:gd name="connsiteX2" fmla="*/ 1543 w 5623"/>
              <a:gd name="connsiteY2" fmla="*/ 7751 h 7758"/>
              <a:gd name="connsiteX3" fmla="*/ 0 w 5623"/>
              <a:gd name="connsiteY3" fmla="*/ 7758 h 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3" h="7758">
                <a:moveTo>
                  <a:pt x="0" y="7758"/>
                </a:moveTo>
                <a:cubicBezTo>
                  <a:pt x="1092" y="3525"/>
                  <a:pt x="3681" y="1603"/>
                  <a:pt x="5623" y="0"/>
                </a:cubicBezTo>
                <a:cubicBezTo>
                  <a:pt x="3330" y="2418"/>
                  <a:pt x="2156" y="4450"/>
                  <a:pt x="1543" y="7751"/>
                </a:cubicBezTo>
                <a:lnTo>
                  <a:pt x="0" y="775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54025" y="4217035"/>
            <a:ext cx="367030" cy="205295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可持续发展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</a:endParaRPr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37540" y="6203950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hplogo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10015220" y="367030"/>
            <a:ext cx="1914525" cy="389890"/>
          </a:xfrm>
          <a:prstGeom prst="rect">
            <a:avLst/>
          </a:prstGeom>
        </p:spPr>
      </p:pic>
      <p:cxnSp>
        <p:nvCxnSpPr>
          <p:cNvPr id="2" name="直接连接符 1"/>
          <p:cNvCxnSpPr/>
          <p:nvPr userDrawn="1"/>
        </p:nvCxnSpPr>
        <p:spPr>
          <a:xfrm>
            <a:off x="637540" y="3950335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33b22b3f4d4e032acb602fb80c5d73b"/>
          <p:cNvPicPr>
            <a:picLocks noChangeAspect="1"/>
          </p:cNvPicPr>
          <p:nvPr userDrawn="1"/>
        </p:nvPicPr>
        <p:blipFill>
          <a:blip r:embed="rId3" cstate="screen">
            <a:lum bright="66000" contrast="-6000"/>
          </a:blip>
          <a:stretch>
            <a:fillRect/>
          </a:stretch>
        </p:blipFill>
        <p:spPr>
          <a:xfrm>
            <a:off x="0" y="0"/>
            <a:ext cx="1336040" cy="1158875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sp>
        <p:nvSpPr>
          <p:cNvPr id="3" name="日期占位符 1"/>
          <p:cNvSpPr>
            <a:spLocks noGrp="1"/>
          </p:cNvSpPr>
          <p:nvPr userDrawn="1"/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6" name="图片 5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/>
        </p:nvSpPr>
        <p:spPr>
          <a:xfrm>
            <a:off x="0" y="5072"/>
            <a:ext cx="2030048" cy="1304919"/>
          </a:xfrm>
          <a:custGeom>
            <a:avLst/>
            <a:gdLst>
              <a:gd name="connsiteX0" fmla="*/ 0 w 3166257"/>
              <a:gd name="connsiteY0" fmla="*/ 0 h 2035277"/>
              <a:gd name="connsiteX1" fmla="*/ 3166257 w 3166257"/>
              <a:gd name="connsiteY1" fmla="*/ 0 h 2035277"/>
              <a:gd name="connsiteX2" fmla="*/ 2196901 w 3166257"/>
              <a:gd name="connsiteY2" fmla="*/ 1850591 h 2035277"/>
              <a:gd name="connsiteX3" fmla="*/ 22136 w 3166257"/>
              <a:gd name="connsiteY3" fmla="*/ 1847211 h 2035277"/>
              <a:gd name="connsiteX4" fmla="*/ 10470 w 3166257"/>
              <a:gd name="connsiteY4" fmla="*/ 1849095 h 2035277"/>
              <a:gd name="connsiteX5" fmla="*/ 7332 w 3166257"/>
              <a:gd name="connsiteY5" fmla="*/ 1849601 h 2035277"/>
              <a:gd name="connsiteX6" fmla="*/ 0 w 3166257"/>
              <a:gd name="connsiteY6" fmla="*/ 1855229 h 2035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66257" h="2035277">
                <a:moveTo>
                  <a:pt x="0" y="0"/>
                </a:moveTo>
                <a:lnTo>
                  <a:pt x="3166257" y="0"/>
                </a:lnTo>
                <a:cubicBezTo>
                  <a:pt x="2972489" y="797749"/>
                  <a:pt x="2984342" y="1400699"/>
                  <a:pt x="2196901" y="1850591"/>
                </a:cubicBezTo>
                <a:cubicBezTo>
                  <a:pt x="1458674" y="2272365"/>
                  <a:pt x="206365" y="1838542"/>
                  <a:pt x="22136" y="1847211"/>
                </a:cubicBezTo>
                <a:lnTo>
                  <a:pt x="10470" y="1849095"/>
                </a:lnTo>
                <a:lnTo>
                  <a:pt x="7332" y="1849601"/>
                </a:lnTo>
                <a:cubicBezTo>
                  <a:pt x="3623" y="1850921"/>
                  <a:pt x="1160" y="1852781"/>
                  <a:pt x="0" y="1855229"/>
                </a:cubicBezTo>
                <a:close/>
              </a:path>
            </a:pathLst>
          </a:custGeom>
          <a:solidFill>
            <a:srgbClr val="C00000">
              <a:alpha val="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466090" y="273050"/>
            <a:ext cx="9659620" cy="410210"/>
          </a:xfrm>
        </p:spPr>
        <p:txBody>
          <a:bodyPr anchor="ctr" anchorCtr="0"/>
          <a:lstStyle>
            <a:lvl1pPr algn="l" fontAlgn="ctr">
              <a:lnSpc>
                <a:spcPct val="100000"/>
              </a:lnSpc>
              <a:defRPr sz="28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此处标题</a:t>
            </a:r>
          </a:p>
        </p:txBody>
      </p:sp>
      <p:pic>
        <p:nvPicPr>
          <p:cNvPr id="2" name="图片 1" descr="矩形音乐"/>
          <p:cNvPicPr>
            <a:picLocks noChangeAspect="1"/>
          </p:cNvPicPr>
          <p:nvPr userDrawn="1"/>
        </p:nvPicPr>
        <p:blipFill>
          <a:blip r:embed="rId4" cstate="screen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54330"/>
            <a:ext cx="460375" cy="189865"/>
          </a:xfrm>
          <a:prstGeom prst="rect">
            <a:avLst/>
          </a:prstGeom>
        </p:spPr>
      </p:pic>
      <p:pic>
        <p:nvPicPr>
          <p:cNvPr id="10" name="图片 9" descr="hplogo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 cstate="screen"/>
          <a:stretch>
            <a:fillRect/>
          </a:stretch>
        </p:blipFill>
        <p:spPr>
          <a:xfrm>
            <a:off x="10131425" y="273050"/>
            <a:ext cx="1914525" cy="389890"/>
          </a:xfrm>
          <a:prstGeom prst="rect">
            <a:avLst/>
          </a:prstGeom>
        </p:spPr>
      </p:pic>
      <p:sp>
        <p:nvSpPr>
          <p:cNvPr id="6" name="日期占位符 1"/>
          <p:cNvSpPr>
            <a:spLocks noGrp="1"/>
          </p:cNvSpPr>
          <p:nvPr userDrawn="1">
            <p:custDataLst>
              <p:tags r:id="rId2"/>
            </p:custDataLst>
          </p:nvPr>
        </p:nvSpPr>
        <p:spPr>
          <a:xfrm>
            <a:off x="-635" y="643064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7"/>
          <p:cNvSpPr/>
          <p:nvPr userDrawn="1"/>
        </p:nvSpPr>
        <p:spPr>
          <a:xfrm>
            <a:off x="5197362" y="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blipFill rotWithShape="1">
            <a:blip r:embed="rId6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直角三角形 3"/>
          <p:cNvSpPr/>
          <p:nvPr userDrawn="1"/>
        </p:nvSpPr>
        <p:spPr>
          <a:xfrm flipV="1">
            <a:off x="6404245" y="0"/>
            <a:ext cx="4678999" cy="3310231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2793039 w 3808064"/>
              <a:gd name="connsiteY0-306" fmla="*/ 3329238 h 3329238"/>
              <a:gd name="connsiteX1-307" fmla="*/ 250566 w 3808064"/>
              <a:gd name="connsiteY1-308" fmla="*/ 0 h 3329238"/>
              <a:gd name="connsiteX2-309" fmla="*/ 3787854 w 3808064"/>
              <a:gd name="connsiteY2-310" fmla="*/ 3310188 h 3329238"/>
              <a:gd name="connsiteX3-311" fmla="*/ 2793039 w 3808064"/>
              <a:gd name="connsiteY3-312" fmla="*/ 3329238 h 3329238"/>
              <a:gd name="connsiteX0-313" fmla="*/ 2758934 w 3788027"/>
              <a:gd name="connsiteY0-314" fmla="*/ 3329238 h 3329238"/>
              <a:gd name="connsiteX1-315" fmla="*/ 216461 w 3788027"/>
              <a:gd name="connsiteY1-316" fmla="*/ 0 h 3329238"/>
              <a:gd name="connsiteX2-317" fmla="*/ 3753749 w 3788027"/>
              <a:gd name="connsiteY2-318" fmla="*/ 3310188 h 3329238"/>
              <a:gd name="connsiteX3-319" fmla="*/ 2758934 w 3788027"/>
              <a:gd name="connsiteY3-320" fmla="*/ 3329238 h 3329238"/>
              <a:gd name="connsiteX0-321" fmla="*/ 2542473 w 3571566"/>
              <a:gd name="connsiteY0-322" fmla="*/ 3329238 h 3329238"/>
              <a:gd name="connsiteX1-323" fmla="*/ 0 w 3571566"/>
              <a:gd name="connsiteY1-324" fmla="*/ 0 h 3329238"/>
              <a:gd name="connsiteX2-325" fmla="*/ 3537288 w 3571566"/>
              <a:gd name="connsiteY2-326" fmla="*/ 3310188 h 3329238"/>
              <a:gd name="connsiteX3-327" fmla="*/ 2542473 w 3571566"/>
              <a:gd name="connsiteY3-328" fmla="*/ 3329238 h 3329238"/>
              <a:gd name="connsiteX0-329" fmla="*/ 2542473 w 3571566"/>
              <a:gd name="connsiteY0-330" fmla="*/ 3329238 h 3329238"/>
              <a:gd name="connsiteX1-331" fmla="*/ 0 w 3571566"/>
              <a:gd name="connsiteY1-332" fmla="*/ 0 h 3329238"/>
              <a:gd name="connsiteX2-333" fmla="*/ 3537288 w 3571566"/>
              <a:gd name="connsiteY2-334" fmla="*/ 3310188 h 3329238"/>
              <a:gd name="connsiteX3-335" fmla="*/ 2542473 w 3571566"/>
              <a:gd name="connsiteY3-336" fmla="*/ 3329238 h 3329238"/>
              <a:gd name="connsiteX0-337" fmla="*/ 2542473 w 3537288"/>
              <a:gd name="connsiteY0-338" fmla="*/ 3329238 h 3329238"/>
              <a:gd name="connsiteX1-339" fmla="*/ 0 w 3537288"/>
              <a:gd name="connsiteY1-340" fmla="*/ 0 h 3329238"/>
              <a:gd name="connsiteX2-341" fmla="*/ 3537288 w 3537288"/>
              <a:gd name="connsiteY2-342" fmla="*/ 3310188 h 3329238"/>
              <a:gd name="connsiteX3-343" fmla="*/ 2542473 w 3537288"/>
              <a:gd name="connsiteY3-344" fmla="*/ 3329238 h 3329238"/>
              <a:gd name="connsiteX0-345" fmla="*/ 4159606 w 5154421"/>
              <a:gd name="connsiteY0-346" fmla="*/ 2168174 h 2168174"/>
              <a:gd name="connsiteX1-347" fmla="*/ 0 w 5154421"/>
              <a:gd name="connsiteY1-348" fmla="*/ 0 h 2168174"/>
              <a:gd name="connsiteX2-349" fmla="*/ 5154421 w 5154421"/>
              <a:gd name="connsiteY2-350" fmla="*/ 2149124 h 2168174"/>
              <a:gd name="connsiteX3-351" fmla="*/ 4159606 w 5154421"/>
              <a:gd name="connsiteY3-352" fmla="*/ 2168174 h 2168174"/>
              <a:gd name="connsiteX0-353" fmla="*/ 4159606 w 5154421"/>
              <a:gd name="connsiteY0-354" fmla="*/ 2168174 h 2168174"/>
              <a:gd name="connsiteX1-355" fmla="*/ 0 w 5154421"/>
              <a:gd name="connsiteY1-356" fmla="*/ 0 h 2168174"/>
              <a:gd name="connsiteX2-357" fmla="*/ 5154421 w 5154421"/>
              <a:gd name="connsiteY2-358" fmla="*/ 2149124 h 2168174"/>
              <a:gd name="connsiteX3-359" fmla="*/ 4159606 w 5154421"/>
              <a:gd name="connsiteY3-360" fmla="*/ 2168174 h 2168174"/>
              <a:gd name="connsiteX0-361" fmla="*/ 4235806 w 5230621"/>
              <a:gd name="connsiteY0-362" fmla="*/ 2149036 h 2149036"/>
              <a:gd name="connsiteX1-363" fmla="*/ 0 w 5230621"/>
              <a:gd name="connsiteY1-364" fmla="*/ 0 h 2149036"/>
              <a:gd name="connsiteX2-365" fmla="*/ 5230621 w 5230621"/>
              <a:gd name="connsiteY2-366" fmla="*/ 2129986 h 2149036"/>
              <a:gd name="connsiteX3-367" fmla="*/ 4235806 w 5230621"/>
              <a:gd name="connsiteY3-368" fmla="*/ 2149036 h 2149036"/>
              <a:gd name="connsiteX0-369" fmla="*/ 4235806 w 5230621"/>
              <a:gd name="connsiteY0-370" fmla="*/ 2149036 h 2149036"/>
              <a:gd name="connsiteX1-371" fmla="*/ 0 w 5230621"/>
              <a:gd name="connsiteY1-372" fmla="*/ 0 h 2149036"/>
              <a:gd name="connsiteX2-373" fmla="*/ 5230621 w 5230621"/>
              <a:gd name="connsiteY2-374" fmla="*/ 2129986 h 2149036"/>
              <a:gd name="connsiteX3-375" fmla="*/ 4235806 w 5230621"/>
              <a:gd name="connsiteY3-376" fmla="*/ 2149036 h 2149036"/>
              <a:gd name="connsiteX0-377" fmla="*/ 4235806 w 5230621"/>
              <a:gd name="connsiteY0-378" fmla="*/ 2149036 h 2149036"/>
              <a:gd name="connsiteX1-379" fmla="*/ 0 w 5230621"/>
              <a:gd name="connsiteY1-380" fmla="*/ 0 h 2149036"/>
              <a:gd name="connsiteX2-381" fmla="*/ 5230621 w 5230621"/>
              <a:gd name="connsiteY2-382" fmla="*/ 2129986 h 2149036"/>
              <a:gd name="connsiteX3-383" fmla="*/ 4235806 w 5230621"/>
              <a:gd name="connsiteY3-384" fmla="*/ 2149036 h 2149036"/>
              <a:gd name="connsiteX0-385" fmla="*/ 4235806 w 5230621"/>
              <a:gd name="connsiteY0-386" fmla="*/ 2149036 h 2149036"/>
              <a:gd name="connsiteX1-387" fmla="*/ 0 w 5230621"/>
              <a:gd name="connsiteY1-388" fmla="*/ 0 h 2149036"/>
              <a:gd name="connsiteX2-389" fmla="*/ 5230621 w 5230621"/>
              <a:gd name="connsiteY2-390" fmla="*/ 2129986 h 2149036"/>
              <a:gd name="connsiteX3-391" fmla="*/ 4235806 w 5230621"/>
              <a:gd name="connsiteY3-392" fmla="*/ 2149036 h 2149036"/>
              <a:gd name="connsiteX0-393" fmla="*/ 4235806 w 5230621"/>
              <a:gd name="connsiteY0-394" fmla="*/ 2149036 h 2149036"/>
              <a:gd name="connsiteX1-395" fmla="*/ 0 w 5230621"/>
              <a:gd name="connsiteY1-396" fmla="*/ 0 h 2149036"/>
              <a:gd name="connsiteX2-397" fmla="*/ 5230621 w 5230621"/>
              <a:gd name="connsiteY2-398" fmla="*/ 2129986 h 2149036"/>
              <a:gd name="connsiteX3-399" fmla="*/ 4235806 w 5230621"/>
              <a:gd name="connsiteY3-400" fmla="*/ 2149036 h 2149036"/>
              <a:gd name="connsiteX0-401" fmla="*/ 4235806 w 5233796"/>
              <a:gd name="connsiteY0-402" fmla="*/ 2149036 h 2149036"/>
              <a:gd name="connsiteX1-403" fmla="*/ 0 w 5233796"/>
              <a:gd name="connsiteY1-404" fmla="*/ 0 h 2149036"/>
              <a:gd name="connsiteX2-405" fmla="*/ 5233796 w 5233796"/>
              <a:gd name="connsiteY2-406" fmla="*/ 2146732 h 2149036"/>
              <a:gd name="connsiteX3-407" fmla="*/ 4235806 w 5233796"/>
              <a:gd name="connsiteY3-408" fmla="*/ 2149036 h 2149036"/>
              <a:gd name="connsiteX0-409" fmla="*/ 4299306 w 5297296"/>
              <a:gd name="connsiteY0-410" fmla="*/ 2122721 h 2122721"/>
              <a:gd name="connsiteX1-411" fmla="*/ 0 w 5297296"/>
              <a:gd name="connsiteY1-412" fmla="*/ 0 h 2122721"/>
              <a:gd name="connsiteX2-413" fmla="*/ 5297296 w 5297296"/>
              <a:gd name="connsiteY2-414" fmla="*/ 2120417 h 2122721"/>
              <a:gd name="connsiteX3-415" fmla="*/ 4299306 w 5297296"/>
              <a:gd name="connsiteY3-416" fmla="*/ 2122721 h 2122721"/>
              <a:gd name="connsiteX0-417" fmla="*/ 4299306 w 5297296"/>
              <a:gd name="connsiteY0-418" fmla="*/ 2122721 h 2122721"/>
              <a:gd name="connsiteX1-419" fmla="*/ 0 w 5297296"/>
              <a:gd name="connsiteY1-420" fmla="*/ 0 h 2122721"/>
              <a:gd name="connsiteX2-421" fmla="*/ 5297296 w 5297296"/>
              <a:gd name="connsiteY2-422" fmla="*/ 2120417 h 2122721"/>
              <a:gd name="connsiteX3-423" fmla="*/ 4299306 w 5297296"/>
              <a:gd name="connsiteY3-424" fmla="*/ 2122721 h 2122721"/>
              <a:gd name="connsiteX0-425" fmla="*/ 4299306 w 5297296"/>
              <a:gd name="connsiteY0-426" fmla="*/ 2122721 h 2122721"/>
              <a:gd name="connsiteX1-427" fmla="*/ 0 w 5297296"/>
              <a:gd name="connsiteY1-428" fmla="*/ 0 h 2122721"/>
              <a:gd name="connsiteX2-429" fmla="*/ 5297296 w 5297296"/>
              <a:gd name="connsiteY2-430" fmla="*/ 2120417 h 2122721"/>
              <a:gd name="connsiteX3-431" fmla="*/ 4299306 w 5297296"/>
              <a:gd name="connsiteY3-432" fmla="*/ 2122721 h 2122721"/>
              <a:gd name="connsiteX0-433" fmla="*/ 4299306 w 5297296"/>
              <a:gd name="connsiteY0-434" fmla="*/ 2122721 h 2122721"/>
              <a:gd name="connsiteX1-435" fmla="*/ 0 w 5297296"/>
              <a:gd name="connsiteY1-436" fmla="*/ 0 h 2122721"/>
              <a:gd name="connsiteX2-437" fmla="*/ 5297296 w 5297296"/>
              <a:gd name="connsiteY2-438" fmla="*/ 2120417 h 2122721"/>
              <a:gd name="connsiteX3-439" fmla="*/ 4299306 w 5297296"/>
              <a:gd name="connsiteY3-440" fmla="*/ 2122721 h 2122721"/>
              <a:gd name="connsiteX0-441" fmla="*/ 4299306 w 5297296"/>
              <a:gd name="connsiteY0-442" fmla="*/ 2122721 h 2122721"/>
              <a:gd name="connsiteX1-443" fmla="*/ 0 w 5297296"/>
              <a:gd name="connsiteY1-444" fmla="*/ 0 h 2122721"/>
              <a:gd name="connsiteX2-445" fmla="*/ 5297296 w 5297296"/>
              <a:gd name="connsiteY2-446" fmla="*/ 2120417 h 2122721"/>
              <a:gd name="connsiteX3-447" fmla="*/ 4299306 w 5297296"/>
              <a:gd name="connsiteY3-448" fmla="*/ 2122721 h 2122721"/>
              <a:gd name="connsiteX0-449" fmla="*/ 4299306 w 5297296"/>
              <a:gd name="connsiteY0-450" fmla="*/ 2122721 h 2122721"/>
              <a:gd name="connsiteX1-451" fmla="*/ 0 w 5297296"/>
              <a:gd name="connsiteY1-452" fmla="*/ 0 h 2122721"/>
              <a:gd name="connsiteX2-453" fmla="*/ 5297296 w 5297296"/>
              <a:gd name="connsiteY2-454" fmla="*/ 2120417 h 2122721"/>
              <a:gd name="connsiteX3-455" fmla="*/ 4299306 w 5297296"/>
              <a:gd name="connsiteY3-456" fmla="*/ 2122721 h 2122721"/>
              <a:gd name="connsiteX0-457" fmla="*/ 4299306 w 5297296"/>
              <a:gd name="connsiteY0-458" fmla="*/ 2122721 h 2122721"/>
              <a:gd name="connsiteX1-459" fmla="*/ 0 w 5297296"/>
              <a:gd name="connsiteY1-460" fmla="*/ 0 h 2122721"/>
              <a:gd name="connsiteX2-461" fmla="*/ 5297296 w 5297296"/>
              <a:gd name="connsiteY2-462" fmla="*/ 2120417 h 2122721"/>
              <a:gd name="connsiteX3-463" fmla="*/ 4299306 w 5297296"/>
              <a:gd name="connsiteY3-464" fmla="*/ 2122721 h 2122721"/>
              <a:gd name="connsiteX0-465" fmla="*/ 4299306 w 5297296"/>
              <a:gd name="connsiteY0-466" fmla="*/ 2122721 h 2122721"/>
              <a:gd name="connsiteX1-467" fmla="*/ 0 w 5297296"/>
              <a:gd name="connsiteY1-468" fmla="*/ 0 h 2122721"/>
              <a:gd name="connsiteX2-469" fmla="*/ 5297296 w 5297296"/>
              <a:gd name="connsiteY2-470" fmla="*/ 2120417 h 2122721"/>
              <a:gd name="connsiteX3-471" fmla="*/ 4299306 w 5297296"/>
              <a:gd name="connsiteY3-472" fmla="*/ 2122721 h 2122721"/>
              <a:gd name="connsiteX0-473" fmla="*/ 4299306 w 5297296"/>
              <a:gd name="connsiteY0-474" fmla="*/ 2122721 h 2122721"/>
              <a:gd name="connsiteX1-475" fmla="*/ 0 w 5297296"/>
              <a:gd name="connsiteY1-476" fmla="*/ 0 h 2122721"/>
              <a:gd name="connsiteX2-477" fmla="*/ 5297296 w 5297296"/>
              <a:gd name="connsiteY2-478" fmla="*/ 2120417 h 2122721"/>
              <a:gd name="connsiteX3-479" fmla="*/ 4299306 w 5297296"/>
              <a:gd name="connsiteY3-480" fmla="*/ 2122721 h 2122721"/>
              <a:gd name="connsiteX0-481" fmla="*/ 4299306 w 5297296"/>
              <a:gd name="connsiteY0-482" fmla="*/ 2122721 h 2122721"/>
              <a:gd name="connsiteX1-483" fmla="*/ 0 w 5297296"/>
              <a:gd name="connsiteY1-484" fmla="*/ 0 h 2122721"/>
              <a:gd name="connsiteX2-485" fmla="*/ 5297296 w 5297296"/>
              <a:gd name="connsiteY2-486" fmla="*/ 2120417 h 2122721"/>
              <a:gd name="connsiteX3-487" fmla="*/ 4299306 w 5297296"/>
              <a:gd name="connsiteY3-488" fmla="*/ 2122721 h 2122721"/>
              <a:gd name="connsiteX0-489" fmla="*/ 4299306 w 5297296"/>
              <a:gd name="connsiteY0-490" fmla="*/ 2122721 h 2122721"/>
              <a:gd name="connsiteX1-491" fmla="*/ 0 w 5297296"/>
              <a:gd name="connsiteY1-492" fmla="*/ 0 h 2122721"/>
              <a:gd name="connsiteX2-493" fmla="*/ 5297296 w 5297296"/>
              <a:gd name="connsiteY2-494" fmla="*/ 2120417 h 2122721"/>
              <a:gd name="connsiteX3-495" fmla="*/ 4299306 w 5297296"/>
              <a:gd name="connsiteY3-496" fmla="*/ 2122721 h 2122721"/>
              <a:gd name="connsiteX0-497" fmla="*/ 4299306 w 5297296"/>
              <a:gd name="connsiteY0-498" fmla="*/ 2122721 h 2122721"/>
              <a:gd name="connsiteX1-499" fmla="*/ 0 w 5297296"/>
              <a:gd name="connsiteY1-500" fmla="*/ 0 h 2122721"/>
              <a:gd name="connsiteX2-501" fmla="*/ 5297296 w 5297296"/>
              <a:gd name="connsiteY2-502" fmla="*/ 2120417 h 2122721"/>
              <a:gd name="connsiteX3-503" fmla="*/ 4299306 w 5297296"/>
              <a:gd name="connsiteY3-504" fmla="*/ 2122721 h 2122721"/>
              <a:gd name="connsiteX0-505" fmla="*/ 4299306 w 5297296"/>
              <a:gd name="connsiteY0-506" fmla="*/ 2122721 h 2122721"/>
              <a:gd name="connsiteX1-507" fmla="*/ 0 w 5297296"/>
              <a:gd name="connsiteY1-508" fmla="*/ 0 h 2122721"/>
              <a:gd name="connsiteX2-509" fmla="*/ 5297296 w 5297296"/>
              <a:gd name="connsiteY2-510" fmla="*/ 2120417 h 2122721"/>
              <a:gd name="connsiteX3-511" fmla="*/ 4299306 w 5297296"/>
              <a:gd name="connsiteY3-512" fmla="*/ 2122721 h 2122721"/>
              <a:gd name="connsiteX0-513" fmla="*/ 4299306 w 5297296"/>
              <a:gd name="connsiteY0-514" fmla="*/ 2122721 h 2122721"/>
              <a:gd name="connsiteX1-515" fmla="*/ 0 w 5297296"/>
              <a:gd name="connsiteY1-516" fmla="*/ 0 h 2122721"/>
              <a:gd name="connsiteX2-517" fmla="*/ 5297296 w 5297296"/>
              <a:gd name="connsiteY2-518" fmla="*/ 2120417 h 2122721"/>
              <a:gd name="connsiteX3-519" fmla="*/ 4299306 w 5297296"/>
              <a:gd name="connsiteY3-520" fmla="*/ 2122721 h 2122721"/>
              <a:gd name="connsiteX0-521" fmla="*/ 4299306 w 5297296"/>
              <a:gd name="connsiteY0-522" fmla="*/ 2122721 h 2122721"/>
              <a:gd name="connsiteX1-523" fmla="*/ 0 w 5297296"/>
              <a:gd name="connsiteY1-524" fmla="*/ 0 h 2122721"/>
              <a:gd name="connsiteX2-525" fmla="*/ 5297296 w 5297296"/>
              <a:gd name="connsiteY2-526" fmla="*/ 2120417 h 2122721"/>
              <a:gd name="connsiteX3-527" fmla="*/ 4299306 w 5297296"/>
              <a:gd name="connsiteY3-528" fmla="*/ 2122721 h 2122721"/>
              <a:gd name="connsiteX0-529" fmla="*/ 4299306 w 5297296"/>
              <a:gd name="connsiteY0-530" fmla="*/ 2122721 h 2122721"/>
              <a:gd name="connsiteX1-531" fmla="*/ 0 w 5297296"/>
              <a:gd name="connsiteY1-532" fmla="*/ 0 h 2122721"/>
              <a:gd name="connsiteX2-533" fmla="*/ 5297296 w 5297296"/>
              <a:gd name="connsiteY2-534" fmla="*/ 2120417 h 2122721"/>
              <a:gd name="connsiteX3-535" fmla="*/ 4299306 w 5297296"/>
              <a:gd name="connsiteY3-536" fmla="*/ 2122721 h 2122721"/>
              <a:gd name="connsiteX0-537" fmla="*/ 4299306 w 5297296"/>
              <a:gd name="connsiteY0-538" fmla="*/ 2122721 h 2122721"/>
              <a:gd name="connsiteX1-539" fmla="*/ 0 w 5297296"/>
              <a:gd name="connsiteY1-540" fmla="*/ 0 h 2122721"/>
              <a:gd name="connsiteX2-541" fmla="*/ 5297296 w 5297296"/>
              <a:gd name="connsiteY2-542" fmla="*/ 2120417 h 2122721"/>
              <a:gd name="connsiteX3-543" fmla="*/ 4299306 w 5297296"/>
              <a:gd name="connsiteY3-544" fmla="*/ 2122721 h 2122721"/>
              <a:gd name="connsiteX0-545" fmla="*/ 4299306 w 5297296"/>
              <a:gd name="connsiteY0-546" fmla="*/ 2122721 h 2122721"/>
              <a:gd name="connsiteX1-547" fmla="*/ 0 w 5297296"/>
              <a:gd name="connsiteY1-548" fmla="*/ 0 h 2122721"/>
              <a:gd name="connsiteX2-549" fmla="*/ 5297296 w 5297296"/>
              <a:gd name="connsiteY2-550" fmla="*/ 2120417 h 2122721"/>
              <a:gd name="connsiteX3-551" fmla="*/ 4299306 w 5297296"/>
              <a:gd name="connsiteY3-552" fmla="*/ 2122721 h 2122721"/>
              <a:gd name="connsiteX0-553" fmla="*/ 4299306 w 5297296"/>
              <a:gd name="connsiteY0-554" fmla="*/ 2122721 h 2122721"/>
              <a:gd name="connsiteX1-555" fmla="*/ 0 w 5297296"/>
              <a:gd name="connsiteY1-556" fmla="*/ 0 h 2122721"/>
              <a:gd name="connsiteX2-557" fmla="*/ 5297296 w 5297296"/>
              <a:gd name="connsiteY2-558" fmla="*/ 2120417 h 2122721"/>
              <a:gd name="connsiteX3-559" fmla="*/ 4299306 w 5297296"/>
              <a:gd name="connsiteY3-560" fmla="*/ 2122721 h 2122721"/>
              <a:gd name="connsiteX0-561" fmla="*/ 4299306 w 5297296"/>
              <a:gd name="connsiteY0-562" fmla="*/ 2122721 h 2122721"/>
              <a:gd name="connsiteX1-563" fmla="*/ 0 w 5297296"/>
              <a:gd name="connsiteY1-564" fmla="*/ 0 h 2122721"/>
              <a:gd name="connsiteX2-565" fmla="*/ 5297296 w 5297296"/>
              <a:gd name="connsiteY2-566" fmla="*/ 2120417 h 2122721"/>
              <a:gd name="connsiteX3-567" fmla="*/ 4299306 w 5297296"/>
              <a:gd name="connsiteY3-568" fmla="*/ 2122721 h 2122721"/>
              <a:gd name="connsiteX0-569" fmla="*/ 4299306 w 5297296"/>
              <a:gd name="connsiteY0-570" fmla="*/ 2122721 h 2122721"/>
              <a:gd name="connsiteX1-571" fmla="*/ 0 w 5297296"/>
              <a:gd name="connsiteY1-572" fmla="*/ 0 h 2122721"/>
              <a:gd name="connsiteX2-573" fmla="*/ 5297296 w 5297296"/>
              <a:gd name="connsiteY2-574" fmla="*/ 2120417 h 2122721"/>
              <a:gd name="connsiteX3-575" fmla="*/ 4299306 w 5297296"/>
              <a:gd name="connsiteY3-576" fmla="*/ 2122721 h 2122721"/>
              <a:gd name="connsiteX0-577" fmla="*/ 4299306 w 5790056"/>
              <a:gd name="connsiteY0-578" fmla="*/ 2122721 h 2122721"/>
              <a:gd name="connsiteX1-579" fmla="*/ 0 w 5790056"/>
              <a:gd name="connsiteY1-580" fmla="*/ 0 h 2122721"/>
              <a:gd name="connsiteX2-581" fmla="*/ 5790056 w 5790056"/>
              <a:gd name="connsiteY2-582" fmla="*/ 2120417 h 2122721"/>
              <a:gd name="connsiteX3-583" fmla="*/ 4299306 w 5790056"/>
              <a:gd name="connsiteY3-584" fmla="*/ 2122721 h 2122721"/>
              <a:gd name="connsiteX0-585" fmla="*/ 4299306 w 5794290"/>
              <a:gd name="connsiteY0-586" fmla="*/ 2122721 h 2123606"/>
              <a:gd name="connsiteX1-587" fmla="*/ 0 w 5794290"/>
              <a:gd name="connsiteY1-588" fmla="*/ 0 h 2123606"/>
              <a:gd name="connsiteX2-589" fmla="*/ 5794290 w 5794290"/>
              <a:gd name="connsiteY2-590" fmla="*/ 2123606 h 2123606"/>
              <a:gd name="connsiteX3-591" fmla="*/ 4299306 w 5794290"/>
              <a:gd name="connsiteY3-592" fmla="*/ 2122721 h 2123606"/>
              <a:gd name="connsiteX0-593" fmla="*/ 4299306 w 5794290"/>
              <a:gd name="connsiteY0-594" fmla="*/ 2122721 h 2123606"/>
              <a:gd name="connsiteX1-595" fmla="*/ 0 w 5794290"/>
              <a:gd name="connsiteY1-596" fmla="*/ 0 h 2123606"/>
              <a:gd name="connsiteX2-597" fmla="*/ 5794290 w 5794290"/>
              <a:gd name="connsiteY2-598" fmla="*/ 2123606 h 2123606"/>
              <a:gd name="connsiteX3-599" fmla="*/ 4299306 w 5794290"/>
              <a:gd name="connsiteY3-600" fmla="*/ 2122721 h 2123606"/>
              <a:gd name="connsiteX0-601" fmla="*/ 4299306 w 5794290"/>
              <a:gd name="connsiteY0-602" fmla="*/ 2122721 h 2123606"/>
              <a:gd name="connsiteX1-603" fmla="*/ 0 w 5794290"/>
              <a:gd name="connsiteY1-604" fmla="*/ 0 h 2123606"/>
              <a:gd name="connsiteX2-605" fmla="*/ 5794290 w 5794290"/>
              <a:gd name="connsiteY2-606" fmla="*/ 2123606 h 2123606"/>
              <a:gd name="connsiteX3-607" fmla="*/ 4299306 w 5794290"/>
              <a:gd name="connsiteY3-608" fmla="*/ 2122721 h 2123606"/>
              <a:gd name="connsiteX0-609" fmla="*/ 3184015 w 4678999"/>
              <a:gd name="connsiteY0-610" fmla="*/ 2493311 h 2494196"/>
              <a:gd name="connsiteX1-611" fmla="*/ 0 w 4678999"/>
              <a:gd name="connsiteY1-612" fmla="*/ 0 h 2494196"/>
              <a:gd name="connsiteX2-613" fmla="*/ 4678999 w 4678999"/>
              <a:gd name="connsiteY2-614" fmla="*/ 2494196 h 2494196"/>
              <a:gd name="connsiteX3-615" fmla="*/ 3184015 w 4678999"/>
              <a:gd name="connsiteY3-616" fmla="*/ 2493311 h 2494196"/>
              <a:gd name="connsiteX0-617" fmla="*/ 3184015 w 4678999"/>
              <a:gd name="connsiteY0-618" fmla="*/ 2493311 h 2494196"/>
              <a:gd name="connsiteX1-619" fmla="*/ 0 w 4678999"/>
              <a:gd name="connsiteY1-620" fmla="*/ 0 h 2494196"/>
              <a:gd name="connsiteX2-621" fmla="*/ 4678999 w 4678999"/>
              <a:gd name="connsiteY2-622" fmla="*/ 2494196 h 2494196"/>
              <a:gd name="connsiteX3-623" fmla="*/ 3184015 w 4678999"/>
              <a:gd name="connsiteY3-624" fmla="*/ 2493311 h 2494196"/>
              <a:gd name="connsiteX0-625" fmla="*/ 3184015 w 4678999"/>
              <a:gd name="connsiteY0-626" fmla="*/ 2493311 h 2494196"/>
              <a:gd name="connsiteX1-627" fmla="*/ 0 w 4678999"/>
              <a:gd name="connsiteY1-628" fmla="*/ 0 h 2494196"/>
              <a:gd name="connsiteX2-629" fmla="*/ 4678999 w 4678999"/>
              <a:gd name="connsiteY2-630" fmla="*/ 2494196 h 2494196"/>
              <a:gd name="connsiteX3-631" fmla="*/ 3184015 w 4678999"/>
              <a:gd name="connsiteY3-632" fmla="*/ 2493311 h 2494196"/>
              <a:gd name="connsiteX0-633" fmla="*/ 3184015 w 4678999"/>
              <a:gd name="connsiteY0-634" fmla="*/ 2493311 h 2494196"/>
              <a:gd name="connsiteX1-635" fmla="*/ 0 w 4678999"/>
              <a:gd name="connsiteY1-636" fmla="*/ 0 h 2494196"/>
              <a:gd name="connsiteX2-637" fmla="*/ 4678999 w 4678999"/>
              <a:gd name="connsiteY2-638" fmla="*/ 2494196 h 2494196"/>
              <a:gd name="connsiteX3-639" fmla="*/ 3184015 w 4678999"/>
              <a:gd name="connsiteY3-640" fmla="*/ 2493311 h 2494196"/>
              <a:gd name="connsiteX0-641" fmla="*/ 3184015 w 4678999"/>
              <a:gd name="connsiteY0-642" fmla="*/ 2493311 h 2494196"/>
              <a:gd name="connsiteX1-643" fmla="*/ 0 w 4678999"/>
              <a:gd name="connsiteY1-644" fmla="*/ 0 h 2494196"/>
              <a:gd name="connsiteX2-645" fmla="*/ 4678999 w 4678999"/>
              <a:gd name="connsiteY2-646" fmla="*/ 2494196 h 2494196"/>
              <a:gd name="connsiteX3-647" fmla="*/ 3184015 w 4678999"/>
              <a:gd name="connsiteY3-648" fmla="*/ 2493311 h 2494196"/>
              <a:gd name="connsiteX0-649" fmla="*/ 3184015 w 4678999"/>
              <a:gd name="connsiteY0-650" fmla="*/ 2493311 h 2494196"/>
              <a:gd name="connsiteX1-651" fmla="*/ 0 w 4678999"/>
              <a:gd name="connsiteY1-652" fmla="*/ 0 h 2494196"/>
              <a:gd name="connsiteX2-653" fmla="*/ 4678999 w 4678999"/>
              <a:gd name="connsiteY2-654" fmla="*/ 2494196 h 2494196"/>
              <a:gd name="connsiteX3-655" fmla="*/ 3184015 w 4678999"/>
              <a:gd name="connsiteY3-656" fmla="*/ 2493311 h 2494196"/>
              <a:gd name="connsiteX0-657" fmla="*/ 3184015 w 4678999"/>
              <a:gd name="connsiteY0-658" fmla="*/ 2493311 h 2494196"/>
              <a:gd name="connsiteX1-659" fmla="*/ 0 w 4678999"/>
              <a:gd name="connsiteY1-660" fmla="*/ 0 h 2494196"/>
              <a:gd name="connsiteX2-661" fmla="*/ 4678999 w 4678999"/>
              <a:gd name="connsiteY2-662" fmla="*/ 2494196 h 2494196"/>
              <a:gd name="connsiteX3-663" fmla="*/ 3184015 w 4678999"/>
              <a:gd name="connsiteY3-664" fmla="*/ 2493311 h 2494196"/>
              <a:gd name="connsiteX0-665" fmla="*/ 3184015 w 4678999"/>
              <a:gd name="connsiteY0-666" fmla="*/ 2493311 h 2494196"/>
              <a:gd name="connsiteX1-667" fmla="*/ 0 w 4678999"/>
              <a:gd name="connsiteY1-668" fmla="*/ 0 h 2494196"/>
              <a:gd name="connsiteX2-669" fmla="*/ 4678999 w 4678999"/>
              <a:gd name="connsiteY2-670" fmla="*/ 2494196 h 2494196"/>
              <a:gd name="connsiteX3-671" fmla="*/ 3184015 w 4678999"/>
              <a:gd name="connsiteY3-672" fmla="*/ 2493311 h 2494196"/>
              <a:gd name="connsiteX0-673" fmla="*/ 3184015 w 4678999"/>
              <a:gd name="connsiteY0-674" fmla="*/ 2493311 h 2494196"/>
              <a:gd name="connsiteX1-675" fmla="*/ 0 w 4678999"/>
              <a:gd name="connsiteY1-676" fmla="*/ 0 h 2494196"/>
              <a:gd name="connsiteX2-677" fmla="*/ 4678999 w 4678999"/>
              <a:gd name="connsiteY2-678" fmla="*/ 2494196 h 2494196"/>
              <a:gd name="connsiteX3-679" fmla="*/ 3184015 w 4678999"/>
              <a:gd name="connsiteY3-680" fmla="*/ 2493311 h 2494196"/>
              <a:gd name="connsiteX0-681" fmla="*/ 3184015 w 4678999"/>
              <a:gd name="connsiteY0-682" fmla="*/ 2493311 h 2494196"/>
              <a:gd name="connsiteX1-683" fmla="*/ 0 w 4678999"/>
              <a:gd name="connsiteY1-684" fmla="*/ 0 h 2494196"/>
              <a:gd name="connsiteX2-685" fmla="*/ 4678999 w 4678999"/>
              <a:gd name="connsiteY2-686" fmla="*/ 2494196 h 2494196"/>
              <a:gd name="connsiteX3-687" fmla="*/ 3184015 w 4678999"/>
              <a:gd name="connsiteY3-688" fmla="*/ 2493311 h 2494196"/>
              <a:gd name="connsiteX0-689" fmla="*/ 3184015 w 4678999"/>
              <a:gd name="connsiteY0-690" fmla="*/ 2493311 h 2494196"/>
              <a:gd name="connsiteX1-691" fmla="*/ 0 w 4678999"/>
              <a:gd name="connsiteY1-692" fmla="*/ 0 h 2494196"/>
              <a:gd name="connsiteX2-693" fmla="*/ 4678999 w 4678999"/>
              <a:gd name="connsiteY2-694" fmla="*/ 2494196 h 2494196"/>
              <a:gd name="connsiteX3-695" fmla="*/ 3184015 w 4678999"/>
              <a:gd name="connsiteY3-696" fmla="*/ 2493311 h 2494196"/>
              <a:gd name="connsiteX0-697" fmla="*/ 3184015 w 4678999"/>
              <a:gd name="connsiteY0-698" fmla="*/ 2493311 h 2494196"/>
              <a:gd name="connsiteX1-699" fmla="*/ 0 w 4678999"/>
              <a:gd name="connsiteY1-700" fmla="*/ 0 h 2494196"/>
              <a:gd name="connsiteX2-701" fmla="*/ 4678999 w 4678999"/>
              <a:gd name="connsiteY2-702" fmla="*/ 2494196 h 2494196"/>
              <a:gd name="connsiteX3-703" fmla="*/ 3184015 w 4678999"/>
              <a:gd name="connsiteY3-704" fmla="*/ 2493311 h 2494196"/>
              <a:gd name="connsiteX0-705" fmla="*/ 3184015 w 4678999"/>
              <a:gd name="connsiteY0-706" fmla="*/ 2493311 h 2494196"/>
              <a:gd name="connsiteX1-707" fmla="*/ 0 w 4678999"/>
              <a:gd name="connsiteY1-708" fmla="*/ 0 h 2494196"/>
              <a:gd name="connsiteX2-709" fmla="*/ 4678999 w 4678999"/>
              <a:gd name="connsiteY2-710" fmla="*/ 2494196 h 2494196"/>
              <a:gd name="connsiteX3-711" fmla="*/ 3184015 w 4678999"/>
              <a:gd name="connsiteY3-712" fmla="*/ 2493311 h 2494196"/>
              <a:gd name="connsiteX0-713" fmla="*/ 3184015 w 4678999"/>
              <a:gd name="connsiteY0-714" fmla="*/ 2493311 h 2494196"/>
              <a:gd name="connsiteX1-715" fmla="*/ 0 w 4678999"/>
              <a:gd name="connsiteY1-716" fmla="*/ 0 h 2494196"/>
              <a:gd name="connsiteX2-717" fmla="*/ 4678999 w 4678999"/>
              <a:gd name="connsiteY2-718" fmla="*/ 2494196 h 2494196"/>
              <a:gd name="connsiteX3-719" fmla="*/ 3184015 w 4678999"/>
              <a:gd name="connsiteY3-720" fmla="*/ 2493311 h 2494196"/>
              <a:gd name="connsiteX0-721" fmla="*/ 3184015 w 4678999"/>
              <a:gd name="connsiteY0-722" fmla="*/ 2493311 h 2494196"/>
              <a:gd name="connsiteX1-723" fmla="*/ 0 w 4678999"/>
              <a:gd name="connsiteY1-724" fmla="*/ 0 h 2494196"/>
              <a:gd name="connsiteX2-725" fmla="*/ 4678999 w 4678999"/>
              <a:gd name="connsiteY2-726" fmla="*/ 2494196 h 2494196"/>
              <a:gd name="connsiteX3-727" fmla="*/ 3184015 w 4678999"/>
              <a:gd name="connsiteY3-728" fmla="*/ 2493311 h 249419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678999" h="2494196">
                <a:moveTo>
                  <a:pt x="3184015" y="2493311"/>
                </a:moveTo>
                <a:cubicBezTo>
                  <a:pt x="1917327" y="2012323"/>
                  <a:pt x="765231" y="1070632"/>
                  <a:pt x="0" y="0"/>
                </a:cubicBezTo>
                <a:cubicBezTo>
                  <a:pt x="902450" y="921632"/>
                  <a:pt x="2446920" y="2112157"/>
                  <a:pt x="4678999" y="2494196"/>
                </a:cubicBezTo>
                <a:lnTo>
                  <a:pt x="3184015" y="2493311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 dirty="0"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任意多边形: 形状 5"/>
          <p:cNvSpPr/>
          <p:nvPr userDrawn="1"/>
        </p:nvSpPr>
        <p:spPr>
          <a:xfrm>
            <a:off x="5197362" y="5510"/>
            <a:ext cx="6994638" cy="6858000"/>
          </a:xfrm>
          <a:custGeom>
            <a:avLst/>
            <a:gdLst>
              <a:gd name="connsiteX0" fmla="*/ 6059793 w 6994638"/>
              <a:gd name="connsiteY0" fmla="*/ 0 h 6858000"/>
              <a:gd name="connsiteX1" fmla="*/ 6994638 w 6994638"/>
              <a:gd name="connsiteY1" fmla="*/ 0 h 6858000"/>
              <a:gd name="connsiteX2" fmla="*/ 6994638 w 6994638"/>
              <a:gd name="connsiteY2" fmla="*/ 6858000 h 6858000"/>
              <a:gd name="connsiteX3" fmla="*/ 0 w 6994638"/>
              <a:gd name="connsiteY3" fmla="*/ 6858000 h 6858000"/>
              <a:gd name="connsiteX4" fmla="*/ 75419 w 6994638"/>
              <a:gd name="connsiteY4" fmla="*/ 6412110 h 6858000"/>
              <a:gd name="connsiteX5" fmla="*/ 5697285 w 6994638"/>
              <a:gd name="connsiteY5" fmla="*/ 1105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94638" h="6858000">
                <a:moveTo>
                  <a:pt x="6059793" y="0"/>
                </a:moveTo>
                <a:lnTo>
                  <a:pt x="6994638" y="0"/>
                </a:lnTo>
                <a:lnTo>
                  <a:pt x="6994638" y="6858000"/>
                </a:lnTo>
                <a:lnTo>
                  <a:pt x="0" y="6858000"/>
                </a:lnTo>
                <a:lnTo>
                  <a:pt x="75419" y="6412110"/>
                </a:lnTo>
                <a:cubicBezTo>
                  <a:pt x="524329" y="4184172"/>
                  <a:pt x="2160117" y="1270689"/>
                  <a:pt x="5697285" y="110545"/>
                </a:cubicBezTo>
                <a:close/>
              </a:path>
            </a:pathLst>
          </a:custGeom>
          <a:gradFill flip="none" rotWithShape="1">
            <a:gsLst>
              <a:gs pos="42000">
                <a:srgbClr val="44546A">
                  <a:alpha val="30000"/>
                </a:srgbClr>
              </a:gs>
              <a:gs pos="0">
                <a:schemeClr val="tx2"/>
              </a:gs>
              <a:gs pos="100000">
                <a:schemeClr val="tx2">
                  <a:alpha val="1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5" name="直角三角形 3"/>
          <p:cNvSpPr/>
          <p:nvPr userDrawn="1"/>
        </p:nvSpPr>
        <p:spPr>
          <a:xfrm>
            <a:off x="5196517" y="1651001"/>
            <a:ext cx="2926224" cy="5212919"/>
          </a:xfrm>
          <a:custGeom>
            <a:avLst/>
            <a:gdLst>
              <a:gd name="connsiteX0" fmla="*/ 0 w 1051965"/>
              <a:gd name="connsiteY0" fmla="*/ 3536219 h 3536219"/>
              <a:gd name="connsiteX1" fmla="*/ 0 w 1051965"/>
              <a:gd name="connsiteY1" fmla="*/ 0 h 3536219"/>
              <a:gd name="connsiteX2" fmla="*/ 1051965 w 1051965"/>
              <a:gd name="connsiteY2" fmla="*/ 3536219 h 3536219"/>
              <a:gd name="connsiteX3" fmla="*/ 0 w 1051965"/>
              <a:gd name="connsiteY3" fmla="*/ 3536219 h 3536219"/>
              <a:gd name="connsiteX0-1" fmla="*/ 0 w 2613727"/>
              <a:gd name="connsiteY0-2" fmla="*/ 4094569 h 4094569"/>
              <a:gd name="connsiteX1-3" fmla="*/ 2613727 w 2613727"/>
              <a:gd name="connsiteY1-4" fmla="*/ 0 h 4094569"/>
              <a:gd name="connsiteX2-5" fmla="*/ 1051965 w 2613727"/>
              <a:gd name="connsiteY2-6" fmla="*/ 4094569 h 4094569"/>
              <a:gd name="connsiteX3-7" fmla="*/ 0 w 2613727"/>
              <a:gd name="connsiteY3-8" fmla="*/ 4094569 h 4094569"/>
              <a:gd name="connsiteX0-9" fmla="*/ 0 w 2613727"/>
              <a:gd name="connsiteY0-10" fmla="*/ 4094569 h 4094569"/>
              <a:gd name="connsiteX1-11" fmla="*/ 2613727 w 2613727"/>
              <a:gd name="connsiteY1-12" fmla="*/ 0 h 4094569"/>
              <a:gd name="connsiteX2-13" fmla="*/ 969415 w 2613727"/>
              <a:gd name="connsiteY2-14" fmla="*/ 4081869 h 4094569"/>
              <a:gd name="connsiteX3-15" fmla="*/ 0 w 2613727"/>
              <a:gd name="connsiteY3-16" fmla="*/ 4094569 h 4094569"/>
              <a:gd name="connsiteX0-17" fmla="*/ 0 w 2613727"/>
              <a:gd name="connsiteY0-18" fmla="*/ 4094569 h 4094569"/>
              <a:gd name="connsiteX1-19" fmla="*/ 2613727 w 2613727"/>
              <a:gd name="connsiteY1-20" fmla="*/ 0 h 4094569"/>
              <a:gd name="connsiteX2-21" fmla="*/ 982115 w 2613727"/>
              <a:gd name="connsiteY2-22" fmla="*/ 4088219 h 4094569"/>
              <a:gd name="connsiteX3-23" fmla="*/ 0 w 2613727"/>
              <a:gd name="connsiteY3-24" fmla="*/ 4094569 h 4094569"/>
              <a:gd name="connsiteX0-25" fmla="*/ 0 w 2613727"/>
              <a:gd name="connsiteY0-26" fmla="*/ 4094569 h 4094569"/>
              <a:gd name="connsiteX1-27" fmla="*/ 2613727 w 2613727"/>
              <a:gd name="connsiteY1-28" fmla="*/ 0 h 4094569"/>
              <a:gd name="connsiteX2-29" fmla="*/ 982115 w 2613727"/>
              <a:gd name="connsiteY2-30" fmla="*/ 4088219 h 4094569"/>
              <a:gd name="connsiteX3-31" fmla="*/ 0 w 2613727"/>
              <a:gd name="connsiteY3-32" fmla="*/ 4094569 h 4094569"/>
              <a:gd name="connsiteX0-33" fmla="*/ 0 w 2613727"/>
              <a:gd name="connsiteY0-34" fmla="*/ 4094569 h 4094569"/>
              <a:gd name="connsiteX1-35" fmla="*/ 2613727 w 2613727"/>
              <a:gd name="connsiteY1-36" fmla="*/ 0 h 4094569"/>
              <a:gd name="connsiteX2-37" fmla="*/ 982115 w 2613727"/>
              <a:gd name="connsiteY2-38" fmla="*/ 4088219 h 4094569"/>
              <a:gd name="connsiteX3-39" fmla="*/ 0 w 2613727"/>
              <a:gd name="connsiteY3-40" fmla="*/ 4094569 h 4094569"/>
              <a:gd name="connsiteX0-41" fmla="*/ 0 w 2613727"/>
              <a:gd name="connsiteY0-42" fmla="*/ 4094569 h 4094569"/>
              <a:gd name="connsiteX1-43" fmla="*/ 2613727 w 2613727"/>
              <a:gd name="connsiteY1-44" fmla="*/ 0 h 4094569"/>
              <a:gd name="connsiteX2-45" fmla="*/ 982115 w 2613727"/>
              <a:gd name="connsiteY2-46" fmla="*/ 4088219 h 4094569"/>
              <a:gd name="connsiteX3-47" fmla="*/ 0 w 2613727"/>
              <a:gd name="connsiteY3-48" fmla="*/ 4094569 h 4094569"/>
              <a:gd name="connsiteX0-49" fmla="*/ 0 w 2613727"/>
              <a:gd name="connsiteY0-50" fmla="*/ 4094569 h 4094569"/>
              <a:gd name="connsiteX1-51" fmla="*/ 2613727 w 2613727"/>
              <a:gd name="connsiteY1-52" fmla="*/ 0 h 4094569"/>
              <a:gd name="connsiteX2-53" fmla="*/ 982115 w 2613727"/>
              <a:gd name="connsiteY2-54" fmla="*/ 4088219 h 4094569"/>
              <a:gd name="connsiteX3-55" fmla="*/ 0 w 2613727"/>
              <a:gd name="connsiteY3-56" fmla="*/ 4094569 h 4094569"/>
              <a:gd name="connsiteX0-57" fmla="*/ 0 w 2613727"/>
              <a:gd name="connsiteY0-58" fmla="*/ 4094569 h 4094569"/>
              <a:gd name="connsiteX1-59" fmla="*/ 2613727 w 2613727"/>
              <a:gd name="connsiteY1-60" fmla="*/ 0 h 4094569"/>
              <a:gd name="connsiteX2-61" fmla="*/ 982115 w 2613727"/>
              <a:gd name="connsiteY2-62" fmla="*/ 4088219 h 4094569"/>
              <a:gd name="connsiteX3-63" fmla="*/ 0 w 2613727"/>
              <a:gd name="connsiteY3-64" fmla="*/ 4094569 h 4094569"/>
              <a:gd name="connsiteX0-65" fmla="*/ 0 w 2613727"/>
              <a:gd name="connsiteY0-66" fmla="*/ 4094569 h 4094569"/>
              <a:gd name="connsiteX1-67" fmla="*/ 2613727 w 2613727"/>
              <a:gd name="connsiteY1-68" fmla="*/ 0 h 4094569"/>
              <a:gd name="connsiteX2-69" fmla="*/ 982115 w 2613727"/>
              <a:gd name="connsiteY2-70" fmla="*/ 4088219 h 4094569"/>
              <a:gd name="connsiteX3-71" fmla="*/ 0 w 2613727"/>
              <a:gd name="connsiteY3-72" fmla="*/ 4094569 h 4094569"/>
              <a:gd name="connsiteX0-73" fmla="*/ 0 w 2613727"/>
              <a:gd name="connsiteY0-74" fmla="*/ 4094569 h 4094569"/>
              <a:gd name="connsiteX1-75" fmla="*/ 2613727 w 2613727"/>
              <a:gd name="connsiteY1-76" fmla="*/ 0 h 4094569"/>
              <a:gd name="connsiteX2-77" fmla="*/ 982115 w 2613727"/>
              <a:gd name="connsiteY2-78" fmla="*/ 4088219 h 4094569"/>
              <a:gd name="connsiteX3-79" fmla="*/ 0 w 2613727"/>
              <a:gd name="connsiteY3-80" fmla="*/ 4094569 h 4094569"/>
              <a:gd name="connsiteX0-81" fmla="*/ 0 w 2613727"/>
              <a:gd name="connsiteY0-82" fmla="*/ 4094569 h 4094569"/>
              <a:gd name="connsiteX1-83" fmla="*/ 2613727 w 2613727"/>
              <a:gd name="connsiteY1-84" fmla="*/ 0 h 4094569"/>
              <a:gd name="connsiteX2-85" fmla="*/ 982115 w 2613727"/>
              <a:gd name="connsiteY2-86" fmla="*/ 4088219 h 4094569"/>
              <a:gd name="connsiteX3-87" fmla="*/ 0 w 2613727"/>
              <a:gd name="connsiteY3-88" fmla="*/ 4094569 h 4094569"/>
              <a:gd name="connsiteX0-89" fmla="*/ 0 w 2766127"/>
              <a:gd name="connsiteY0-90" fmla="*/ 4050119 h 4050119"/>
              <a:gd name="connsiteX1-91" fmla="*/ 2766127 w 2766127"/>
              <a:gd name="connsiteY1-92" fmla="*/ 0 h 4050119"/>
              <a:gd name="connsiteX2-93" fmla="*/ 982115 w 2766127"/>
              <a:gd name="connsiteY2-94" fmla="*/ 4043769 h 4050119"/>
              <a:gd name="connsiteX3-95" fmla="*/ 0 w 2766127"/>
              <a:gd name="connsiteY3-96" fmla="*/ 4050119 h 4050119"/>
              <a:gd name="connsiteX0-97" fmla="*/ 0 w 2766127"/>
              <a:gd name="connsiteY0-98" fmla="*/ 4050119 h 4050119"/>
              <a:gd name="connsiteX1-99" fmla="*/ 2766127 w 2766127"/>
              <a:gd name="connsiteY1-100" fmla="*/ 0 h 4050119"/>
              <a:gd name="connsiteX2-101" fmla="*/ 982115 w 2766127"/>
              <a:gd name="connsiteY2-102" fmla="*/ 4043769 h 4050119"/>
              <a:gd name="connsiteX3-103" fmla="*/ 0 w 2766127"/>
              <a:gd name="connsiteY3-104" fmla="*/ 4050119 h 4050119"/>
              <a:gd name="connsiteX0-105" fmla="*/ 0 w 2766127"/>
              <a:gd name="connsiteY0-106" fmla="*/ 4050119 h 4050119"/>
              <a:gd name="connsiteX1-107" fmla="*/ 2766127 w 2766127"/>
              <a:gd name="connsiteY1-108" fmla="*/ 0 h 4050119"/>
              <a:gd name="connsiteX2-109" fmla="*/ 982115 w 2766127"/>
              <a:gd name="connsiteY2-110" fmla="*/ 4043769 h 4050119"/>
              <a:gd name="connsiteX3-111" fmla="*/ 0 w 2766127"/>
              <a:gd name="connsiteY3-112" fmla="*/ 4050119 h 4050119"/>
              <a:gd name="connsiteX0-113" fmla="*/ 0 w 2766127"/>
              <a:gd name="connsiteY0-114" fmla="*/ 4050119 h 4050119"/>
              <a:gd name="connsiteX1-115" fmla="*/ 2766127 w 2766127"/>
              <a:gd name="connsiteY1-116" fmla="*/ 0 h 4050119"/>
              <a:gd name="connsiteX2-117" fmla="*/ 982115 w 2766127"/>
              <a:gd name="connsiteY2-118" fmla="*/ 4043769 h 4050119"/>
              <a:gd name="connsiteX3-119" fmla="*/ 0 w 2766127"/>
              <a:gd name="connsiteY3-120" fmla="*/ 4050119 h 4050119"/>
              <a:gd name="connsiteX0-121" fmla="*/ 0 w 2766127"/>
              <a:gd name="connsiteY0-122" fmla="*/ 4050119 h 4050119"/>
              <a:gd name="connsiteX1-123" fmla="*/ 2766127 w 2766127"/>
              <a:gd name="connsiteY1-124" fmla="*/ 0 h 4050119"/>
              <a:gd name="connsiteX2-125" fmla="*/ 982115 w 2766127"/>
              <a:gd name="connsiteY2-126" fmla="*/ 4043769 h 4050119"/>
              <a:gd name="connsiteX3-127" fmla="*/ 0 w 2766127"/>
              <a:gd name="connsiteY3-128" fmla="*/ 4050119 h 4050119"/>
              <a:gd name="connsiteX0-129" fmla="*/ 0 w 2766127"/>
              <a:gd name="connsiteY0-130" fmla="*/ 4050119 h 4050119"/>
              <a:gd name="connsiteX1-131" fmla="*/ 2766127 w 2766127"/>
              <a:gd name="connsiteY1-132" fmla="*/ 0 h 4050119"/>
              <a:gd name="connsiteX2-133" fmla="*/ 982115 w 2766127"/>
              <a:gd name="connsiteY2-134" fmla="*/ 4043769 h 4050119"/>
              <a:gd name="connsiteX3-135" fmla="*/ 0 w 2766127"/>
              <a:gd name="connsiteY3-136" fmla="*/ 4050119 h 4050119"/>
              <a:gd name="connsiteX0-137" fmla="*/ 0 w 2766127"/>
              <a:gd name="connsiteY0-138" fmla="*/ 4050119 h 4050119"/>
              <a:gd name="connsiteX1-139" fmla="*/ 2766127 w 2766127"/>
              <a:gd name="connsiteY1-140" fmla="*/ 0 h 4050119"/>
              <a:gd name="connsiteX2-141" fmla="*/ 963065 w 2766127"/>
              <a:gd name="connsiteY2-142" fmla="*/ 4043769 h 4050119"/>
              <a:gd name="connsiteX3-143" fmla="*/ 0 w 2766127"/>
              <a:gd name="connsiteY3-144" fmla="*/ 4050119 h 4050119"/>
              <a:gd name="connsiteX0-145" fmla="*/ 0 w 2766127"/>
              <a:gd name="connsiteY0-146" fmla="*/ 4050119 h 4050119"/>
              <a:gd name="connsiteX1-147" fmla="*/ 2766127 w 2766127"/>
              <a:gd name="connsiteY1-148" fmla="*/ 0 h 4050119"/>
              <a:gd name="connsiteX2-149" fmla="*/ 994815 w 2766127"/>
              <a:gd name="connsiteY2-150" fmla="*/ 4031069 h 4050119"/>
              <a:gd name="connsiteX3-151" fmla="*/ 0 w 2766127"/>
              <a:gd name="connsiteY3-152" fmla="*/ 4050119 h 4050119"/>
              <a:gd name="connsiteX0-153" fmla="*/ 0 w 2766127"/>
              <a:gd name="connsiteY0-154" fmla="*/ 4050119 h 4050119"/>
              <a:gd name="connsiteX1-155" fmla="*/ 2766127 w 2766127"/>
              <a:gd name="connsiteY1-156" fmla="*/ 0 h 4050119"/>
              <a:gd name="connsiteX2-157" fmla="*/ 994815 w 2766127"/>
              <a:gd name="connsiteY2-158" fmla="*/ 4031069 h 4050119"/>
              <a:gd name="connsiteX3-159" fmla="*/ 0 w 2766127"/>
              <a:gd name="connsiteY3-160" fmla="*/ 4050119 h 4050119"/>
              <a:gd name="connsiteX0-161" fmla="*/ 0 w 2766127"/>
              <a:gd name="connsiteY0-162" fmla="*/ 4050119 h 4050119"/>
              <a:gd name="connsiteX1-163" fmla="*/ 2766127 w 2766127"/>
              <a:gd name="connsiteY1-164" fmla="*/ 0 h 4050119"/>
              <a:gd name="connsiteX2-165" fmla="*/ 994815 w 2766127"/>
              <a:gd name="connsiteY2-166" fmla="*/ 4031069 h 4050119"/>
              <a:gd name="connsiteX3-167" fmla="*/ 0 w 2766127"/>
              <a:gd name="connsiteY3-168" fmla="*/ 4050119 h 4050119"/>
              <a:gd name="connsiteX0-169" fmla="*/ 0 w 2766127"/>
              <a:gd name="connsiteY0-170" fmla="*/ 4050119 h 4050119"/>
              <a:gd name="connsiteX1-171" fmla="*/ 2766127 w 2766127"/>
              <a:gd name="connsiteY1-172" fmla="*/ 0 h 4050119"/>
              <a:gd name="connsiteX2-173" fmla="*/ 994815 w 2766127"/>
              <a:gd name="connsiteY2-174" fmla="*/ 4031069 h 4050119"/>
              <a:gd name="connsiteX3-175" fmla="*/ 0 w 2766127"/>
              <a:gd name="connsiteY3-176" fmla="*/ 4050119 h 4050119"/>
              <a:gd name="connsiteX0-177" fmla="*/ 0 w 2766127"/>
              <a:gd name="connsiteY0-178" fmla="*/ 4050119 h 4050119"/>
              <a:gd name="connsiteX1-179" fmla="*/ 2766127 w 2766127"/>
              <a:gd name="connsiteY1-180" fmla="*/ 0 h 4050119"/>
              <a:gd name="connsiteX2-181" fmla="*/ 994815 w 2766127"/>
              <a:gd name="connsiteY2-182" fmla="*/ 4031069 h 4050119"/>
              <a:gd name="connsiteX3-183" fmla="*/ 0 w 2766127"/>
              <a:gd name="connsiteY3-184" fmla="*/ 4050119 h 4050119"/>
              <a:gd name="connsiteX0-185" fmla="*/ 0 w 2766127"/>
              <a:gd name="connsiteY0-186" fmla="*/ 4050119 h 4050119"/>
              <a:gd name="connsiteX1-187" fmla="*/ 2766127 w 2766127"/>
              <a:gd name="connsiteY1-188" fmla="*/ 0 h 4050119"/>
              <a:gd name="connsiteX2-189" fmla="*/ 994815 w 2766127"/>
              <a:gd name="connsiteY2-190" fmla="*/ 4031069 h 4050119"/>
              <a:gd name="connsiteX3-191" fmla="*/ 0 w 2766127"/>
              <a:gd name="connsiteY3-192" fmla="*/ 4050119 h 4050119"/>
              <a:gd name="connsiteX0-193" fmla="*/ 0 w 2766127"/>
              <a:gd name="connsiteY0-194" fmla="*/ 4050119 h 4050119"/>
              <a:gd name="connsiteX1-195" fmla="*/ 2766127 w 2766127"/>
              <a:gd name="connsiteY1-196" fmla="*/ 0 h 4050119"/>
              <a:gd name="connsiteX2-197" fmla="*/ 994815 w 2766127"/>
              <a:gd name="connsiteY2-198" fmla="*/ 4031069 h 4050119"/>
              <a:gd name="connsiteX3-199" fmla="*/ 0 w 2766127"/>
              <a:gd name="connsiteY3-200" fmla="*/ 4050119 h 4050119"/>
              <a:gd name="connsiteX0-201" fmla="*/ 0 w 2766127"/>
              <a:gd name="connsiteY0-202" fmla="*/ 4050119 h 4050119"/>
              <a:gd name="connsiteX1-203" fmla="*/ 2766127 w 2766127"/>
              <a:gd name="connsiteY1-204" fmla="*/ 0 h 4050119"/>
              <a:gd name="connsiteX2-205" fmla="*/ 994815 w 2766127"/>
              <a:gd name="connsiteY2-206" fmla="*/ 4031069 h 4050119"/>
              <a:gd name="connsiteX3-207" fmla="*/ 0 w 2766127"/>
              <a:gd name="connsiteY3-208" fmla="*/ 4050119 h 4050119"/>
              <a:gd name="connsiteX0-209" fmla="*/ 0 w 2766127"/>
              <a:gd name="connsiteY0-210" fmla="*/ 4050119 h 4050119"/>
              <a:gd name="connsiteX1-211" fmla="*/ 2766127 w 2766127"/>
              <a:gd name="connsiteY1-212" fmla="*/ 0 h 4050119"/>
              <a:gd name="connsiteX2-213" fmla="*/ 994815 w 2766127"/>
              <a:gd name="connsiteY2-214" fmla="*/ 4031069 h 4050119"/>
              <a:gd name="connsiteX3-215" fmla="*/ 0 w 2766127"/>
              <a:gd name="connsiteY3-216" fmla="*/ 4050119 h 4050119"/>
              <a:gd name="connsiteX0-217" fmla="*/ 0 w 2766127"/>
              <a:gd name="connsiteY0-218" fmla="*/ 4050119 h 4050119"/>
              <a:gd name="connsiteX1-219" fmla="*/ 2766127 w 2766127"/>
              <a:gd name="connsiteY1-220" fmla="*/ 0 h 4050119"/>
              <a:gd name="connsiteX2-221" fmla="*/ 994815 w 2766127"/>
              <a:gd name="connsiteY2-222" fmla="*/ 4031069 h 4050119"/>
              <a:gd name="connsiteX3-223" fmla="*/ 0 w 2766127"/>
              <a:gd name="connsiteY3-224" fmla="*/ 4050119 h 4050119"/>
              <a:gd name="connsiteX0-225" fmla="*/ 0 w 2766127"/>
              <a:gd name="connsiteY0-226" fmla="*/ 4050119 h 4050119"/>
              <a:gd name="connsiteX1-227" fmla="*/ 2766127 w 2766127"/>
              <a:gd name="connsiteY1-228" fmla="*/ 0 h 4050119"/>
              <a:gd name="connsiteX2-229" fmla="*/ 994815 w 2766127"/>
              <a:gd name="connsiteY2-230" fmla="*/ 4031069 h 4050119"/>
              <a:gd name="connsiteX3-231" fmla="*/ 0 w 2766127"/>
              <a:gd name="connsiteY3-232" fmla="*/ 4050119 h 4050119"/>
              <a:gd name="connsiteX0-233" fmla="*/ 0 w 2766127"/>
              <a:gd name="connsiteY0-234" fmla="*/ 4050119 h 4050119"/>
              <a:gd name="connsiteX1-235" fmla="*/ 2766127 w 2766127"/>
              <a:gd name="connsiteY1-236" fmla="*/ 0 h 4050119"/>
              <a:gd name="connsiteX2-237" fmla="*/ 994815 w 2766127"/>
              <a:gd name="connsiteY2-238" fmla="*/ 4031069 h 4050119"/>
              <a:gd name="connsiteX3-239" fmla="*/ 0 w 2766127"/>
              <a:gd name="connsiteY3-240" fmla="*/ 4050119 h 4050119"/>
              <a:gd name="connsiteX0-241" fmla="*/ 0 w 3570460"/>
              <a:gd name="connsiteY0-242" fmla="*/ 3712006 h 3712006"/>
              <a:gd name="connsiteX1-243" fmla="*/ 3570460 w 3570460"/>
              <a:gd name="connsiteY1-244" fmla="*/ 0 h 3712006"/>
              <a:gd name="connsiteX2-245" fmla="*/ 994815 w 3570460"/>
              <a:gd name="connsiteY2-246" fmla="*/ 3692956 h 3712006"/>
              <a:gd name="connsiteX3-247" fmla="*/ 0 w 3570460"/>
              <a:gd name="connsiteY3-248" fmla="*/ 3712006 h 3712006"/>
              <a:gd name="connsiteX0-249" fmla="*/ 0 w 3570460"/>
              <a:gd name="connsiteY0-250" fmla="*/ 3712006 h 3712006"/>
              <a:gd name="connsiteX1-251" fmla="*/ 3570460 w 3570460"/>
              <a:gd name="connsiteY1-252" fmla="*/ 0 h 3712006"/>
              <a:gd name="connsiteX2-253" fmla="*/ 994815 w 3570460"/>
              <a:gd name="connsiteY2-254" fmla="*/ 3692956 h 3712006"/>
              <a:gd name="connsiteX3-255" fmla="*/ 0 w 3570460"/>
              <a:gd name="connsiteY3-256" fmla="*/ 3712006 h 3712006"/>
              <a:gd name="connsiteX0-257" fmla="*/ 0 w 3570460"/>
              <a:gd name="connsiteY0-258" fmla="*/ 3712006 h 3712006"/>
              <a:gd name="connsiteX1-259" fmla="*/ 3570460 w 3570460"/>
              <a:gd name="connsiteY1-260" fmla="*/ 0 h 3712006"/>
              <a:gd name="connsiteX2-261" fmla="*/ 994815 w 3570460"/>
              <a:gd name="connsiteY2-262" fmla="*/ 3692956 h 3712006"/>
              <a:gd name="connsiteX3-263" fmla="*/ 0 w 3570460"/>
              <a:gd name="connsiteY3-264" fmla="*/ 3712006 h 3712006"/>
              <a:gd name="connsiteX0-265" fmla="*/ 0 w 3570460"/>
              <a:gd name="connsiteY0-266" fmla="*/ 3712006 h 3712006"/>
              <a:gd name="connsiteX1-267" fmla="*/ 3570460 w 3570460"/>
              <a:gd name="connsiteY1-268" fmla="*/ 0 h 3712006"/>
              <a:gd name="connsiteX2-269" fmla="*/ 994815 w 3570460"/>
              <a:gd name="connsiteY2-270" fmla="*/ 3692956 h 3712006"/>
              <a:gd name="connsiteX3-271" fmla="*/ 0 w 3570460"/>
              <a:gd name="connsiteY3-272" fmla="*/ 3712006 h 3712006"/>
              <a:gd name="connsiteX0-273" fmla="*/ 0 w 3570460"/>
              <a:gd name="connsiteY0-274" fmla="*/ 3712006 h 3712006"/>
              <a:gd name="connsiteX1-275" fmla="*/ 3570460 w 3570460"/>
              <a:gd name="connsiteY1-276" fmla="*/ 0 h 3712006"/>
              <a:gd name="connsiteX2-277" fmla="*/ 994815 w 3570460"/>
              <a:gd name="connsiteY2-278" fmla="*/ 3692956 h 3712006"/>
              <a:gd name="connsiteX3-279" fmla="*/ 0 w 3570460"/>
              <a:gd name="connsiteY3-280" fmla="*/ 3712006 h 3712006"/>
              <a:gd name="connsiteX0-281" fmla="*/ 0 w 3570460"/>
              <a:gd name="connsiteY0-282" fmla="*/ 3712006 h 3712006"/>
              <a:gd name="connsiteX1-283" fmla="*/ 3570460 w 3570460"/>
              <a:gd name="connsiteY1-284" fmla="*/ 0 h 3712006"/>
              <a:gd name="connsiteX2-285" fmla="*/ 994815 w 3570460"/>
              <a:gd name="connsiteY2-286" fmla="*/ 3692956 h 3712006"/>
              <a:gd name="connsiteX3-287" fmla="*/ 0 w 3570460"/>
              <a:gd name="connsiteY3-288" fmla="*/ 3712006 h 3712006"/>
              <a:gd name="connsiteX0-289" fmla="*/ 0 w 3570460"/>
              <a:gd name="connsiteY0-290" fmla="*/ 3712006 h 3712006"/>
              <a:gd name="connsiteX1-291" fmla="*/ 3570460 w 3570460"/>
              <a:gd name="connsiteY1-292" fmla="*/ 0 h 3712006"/>
              <a:gd name="connsiteX2-293" fmla="*/ 994815 w 3570460"/>
              <a:gd name="connsiteY2-294" fmla="*/ 3692956 h 3712006"/>
              <a:gd name="connsiteX3-295" fmla="*/ 0 w 3570460"/>
              <a:gd name="connsiteY3-296" fmla="*/ 3712006 h 3712006"/>
              <a:gd name="connsiteX0-297" fmla="*/ 0 w 3570460"/>
              <a:gd name="connsiteY0-298" fmla="*/ 3712006 h 3712006"/>
              <a:gd name="connsiteX1-299" fmla="*/ 3570460 w 3570460"/>
              <a:gd name="connsiteY1-300" fmla="*/ 0 h 3712006"/>
              <a:gd name="connsiteX2-301" fmla="*/ 994815 w 3570460"/>
              <a:gd name="connsiteY2-302" fmla="*/ 3692956 h 3712006"/>
              <a:gd name="connsiteX3-303" fmla="*/ 0 w 3570460"/>
              <a:gd name="connsiteY3-304" fmla="*/ 3712006 h 3712006"/>
              <a:gd name="connsiteX0-305" fmla="*/ 0 w 2926224"/>
              <a:gd name="connsiteY0-306" fmla="*/ 3941667 h 3941667"/>
              <a:gd name="connsiteX1-307" fmla="*/ 2926224 w 2926224"/>
              <a:gd name="connsiteY1-308" fmla="*/ 0 h 3941667"/>
              <a:gd name="connsiteX2-309" fmla="*/ 994815 w 2926224"/>
              <a:gd name="connsiteY2-310" fmla="*/ 3922617 h 3941667"/>
              <a:gd name="connsiteX3-311" fmla="*/ 0 w 2926224"/>
              <a:gd name="connsiteY3-312" fmla="*/ 3941667 h 3941667"/>
              <a:gd name="connsiteX0-313" fmla="*/ 0 w 2926224"/>
              <a:gd name="connsiteY0-314" fmla="*/ 3941667 h 3941667"/>
              <a:gd name="connsiteX1-315" fmla="*/ 2926224 w 2926224"/>
              <a:gd name="connsiteY1-316" fmla="*/ 0 h 3941667"/>
              <a:gd name="connsiteX2-317" fmla="*/ 994815 w 2926224"/>
              <a:gd name="connsiteY2-318" fmla="*/ 3922617 h 3941667"/>
              <a:gd name="connsiteX3-319" fmla="*/ 0 w 2926224"/>
              <a:gd name="connsiteY3-320" fmla="*/ 3941667 h 3941667"/>
              <a:gd name="connsiteX0-321" fmla="*/ 0 w 2926224"/>
              <a:gd name="connsiteY0-322" fmla="*/ 3941667 h 3941667"/>
              <a:gd name="connsiteX1-323" fmla="*/ 2926224 w 2926224"/>
              <a:gd name="connsiteY1-324" fmla="*/ 0 h 3941667"/>
              <a:gd name="connsiteX2-325" fmla="*/ 994815 w 2926224"/>
              <a:gd name="connsiteY2-326" fmla="*/ 3922617 h 3941667"/>
              <a:gd name="connsiteX3-327" fmla="*/ 0 w 2926224"/>
              <a:gd name="connsiteY3-328" fmla="*/ 3941667 h 3941667"/>
              <a:gd name="connsiteX0-329" fmla="*/ 0 w 2926224"/>
              <a:gd name="connsiteY0-330" fmla="*/ 3920789 h 3922617"/>
              <a:gd name="connsiteX1-331" fmla="*/ 2926224 w 2926224"/>
              <a:gd name="connsiteY1-332" fmla="*/ 0 h 3922617"/>
              <a:gd name="connsiteX2-333" fmla="*/ 994815 w 2926224"/>
              <a:gd name="connsiteY2-334" fmla="*/ 3922617 h 3922617"/>
              <a:gd name="connsiteX3-335" fmla="*/ 0 w 2926224"/>
              <a:gd name="connsiteY3-336" fmla="*/ 3920789 h 3922617"/>
              <a:gd name="connsiteX0-337" fmla="*/ 0 w 2926224"/>
              <a:gd name="connsiteY0-338" fmla="*/ 3920789 h 3922617"/>
              <a:gd name="connsiteX1-339" fmla="*/ 2926224 w 2926224"/>
              <a:gd name="connsiteY1-340" fmla="*/ 0 h 3922617"/>
              <a:gd name="connsiteX2-341" fmla="*/ 994815 w 2926224"/>
              <a:gd name="connsiteY2-342" fmla="*/ 3922617 h 3922617"/>
              <a:gd name="connsiteX3-343" fmla="*/ 0 w 2926224"/>
              <a:gd name="connsiteY3-344" fmla="*/ 3920789 h 3922617"/>
              <a:gd name="connsiteX0-345" fmla="*/ 0 w 2926224"/>
              <a:gd name="connsiteY0-346" fmla="*/ 3920789 h 3922617"/>
              <a:gd name="connsiteX1-347" fmla="*/ 2926224 w 2926224"/>
              <a:gd name="connsiteY1-348" fmla="*/ 0 h 3922617"/>
              <a:gd name="connsiteX2-349" fmla="*/ 994815 w 2926224"/>
              <a:gd name="connsiteY2-350" fmla="*/ 3922617 h 3922617"/>
              <a:gd name="connsiteX3-351" fmla="*/ 0 w 2926224"/>
              <a:gd name="connsiteY3-352" fmla="*/ 3920789 h 3922617"/>
              <a:gd name="connsiteX0-353" fmla="*/ 0 w 2926224"/>
              <a:gd name="connsiteY0-354" fmla="*/ 3920789 h 3922617"/>
              <a:gd name="connsiteX1-355" fmla="*/ 2926224 w 2926224"/>
              <a:gd name="connsiteY1-356" fmla="*/ 0 h 3922617"/>
              <a:gd name="connsiteX2-357" fmla="*/ 994815 w 2926224"/>
              <a:gd name="connsiteY2-358" fmla="*/ 3922617 h 3922617"/>
              <a:gd name="connsiteX3-359" fmla="*/ 0 w 2926224"/>
              <a:gd name="connsiteY3-360" fmla="*/ 3920789 h 3922617"/>
              <a:gd name="connsiteX0-361" fmla="*/ 0 w 2926224"/>
              <a:gd name="connsiteY0-362" fmla="*/ 3920789 h 3922617"/>
              <a:gd name="connsiteX1-363" fmla="*/ 2926224 w 2926224"/>
              <a:gd name="connsiteY1-364" fmla="*/ 0 h 3922617"/>
              <a:gd name="connsiteX2-365" fmla="*/ 994815 w 2926224"/>
              <a:gd name="connsiteY2-366" fmla="*/ 3922617 h 3922617"/>
              <a:gd name="connsiteX3-367" fmla="*/ 0 w 2926224"/>
              <a:gd name="connsiteY3-368" fmla="*/ 3920789 h 3922617"/>
              <a:gd name="connsiteX0-369" fmla="*/ 0 w 2926224"/>
              <a:gd name="connsiteY0-370" fmla="*/ 3920789 h 3922617"/>
              <a:gd name="connsiteX1-371" fmla="*/ 2926224 w 2926224"/>
              <a:gd name="connsiteY1-372" fmla="*/ 0 h 3922617"/>
              <a:gd name="connsiteX2-373" fmla="*/ 994815 w 2926224"/>
              <a:gd name="connsiteY2-374" fmla="*/ 3922617 h 3922617"/>
              <a:gd name="connsiteX3-375" fmla="*/ 0 w 2926224"/>
              <a:gd name="connsiteY3-376" fmla="*/ 3920789 h 3922617"/>
              <a:gd name="connsiteX0-377" fmla="*/ 0 w 2926224"/>
              <a:gd name="connsiteY0-378" fmla="*/ 3920789 h 3922617"/>
              <a:gd name="connsiteX1-379" fmla="*/ 2926224 w 2926224"/>
              <a:gd name="connsiteY1-380" fmla="*/ 0 h 3922617"/>
              <a:gd name="connsiteX2-381" fmla="*/ 994815 w 2926224"/>
              <a:gd name="connsiteY2-382" fmla="*/ 3922617 h 3922617"/>
              <a:gd name="connsiteX3-383" fmla="*/ 0 w 2926224"/>
              <a:gd name="connsiteY3-384" fmla="*/ 3920789 h 3922617"/>
              <a:gd name="connsiteX0-385" fmla="*/ 0 w 2926224"/>
              <a:gd name="connsiteY0-386" fmla="*/ 3920789 h 3922617"/>
              <a:gd name="connsiteX1-387" fmla="*/ 2926224 w 2926224"/>
              <a:gd name="connsiteY1-388" fmla="*/ 0 h 3922617"/>
              <a:gd name="connsiteX2-389" fmla="*/ 994815 w 2926224"/>
              <a:gd name="connsiteY2-390" fmla="*/ 3922617 h 3922617"/>
              <a:gd name="connsiteX3-391" fmla="*/ 0 w 2926224"/>
              <a:gd name="connsiteY3-392" fmla="*/ 3920789 h 3922617"/>
              <a:gd name="connsiteX0-393" fmla="*/ 0 w 2926224"/>
              <a:gd name="connsiteY0-394" fmla="*/ 3920789 h 3922617"/>
              <a:gd name="connsiteX1-395" fmla="*/ 2926224 w 2926224"/>
              <a:gd name="connsiteY1-396" fmla="*/ 0 h 3922617"/>
              <a:gd name="connsiteX2-397" fmla="*/ 994815 w 2926224"/>
              <a:gd name="connsiteY2-398" fmla="*/ 3922617 h 3922617"/>
              <a:gd name="connsiteX3-399" fmla="*/ 0 w 2926224"/>
              <a:gd name="connsiteY3-400" fmla="*/ 3920789 h 3922617"/>
              <a:gd name="connsiteX0-401" fmla="*/ 0 w 2926224"/>
              <a:gd name="connsiteY0-402" fmla="*/ 3920789 h 3922617"/>
              <a:gd name="connsiteX1-403" fmla="*/ 2926224 w 2926224"/>
              <a:gd name="connsiteY1-404" fmla="*/ 0 h 3922617"/>
              <a:gd name="connsiteX2-405" fmla="*/ 994815 w 2926224"/>
              <a:gd name="connsiteY2-406" fmla="*/ 3922617 h 3922617"/>
              <a:gd name="connsiteX3-407" fmla="*/ 0 w 2926224"/>
              <a:gd name="connsiteY3-408" fmla="*/ 3920789 h 3922617"/>
              <a:gd name="connsiteX0-409" fmla="*/ 0 w 2926224"/>
              <a:gd name="connsiteY0-410" fmla="*/ 3920789 h 3922617"/>
              <a:gd name="connsiteX1-411" fmla="*/ 2926224 w 2926224"/>
              <a:gd name="connsiteY1-412" fmla="*/ 0 h 3922617"/>
              <a:gd name="connsiteX2-413" fmla="*/ 994815 w 2926224"/>
              <a:gd name="connsiteY2-414" fmla="*/ 3922617 h 3922617"/>
              <a:gd name="connsiteX3-415" fmla="*/ 0 w 2926224"/>
              <a:gd name="connsiteY3-416" fmla="*/ 3920789 h 3922617"/>
              <a:gd name="connsiteX0-417" fmla="*/ 0 w 2926224"/>
              <a:gd name="connsiteY0-418" fmla="*/ 3920789 h 3927836"/>
              <a:gd name="connsiteX1-419" fmla="*/ 2926224 w 2926224"/>
              <a:gd name="connsiteY1-420" fmla="*/ 0 h 3927836"/>
              <a:gd name="connsiteX2-421" fmla="*/ 745433 w 2926224"/>
              <a:gd name="connsiteY2-422" fmla="*/ 3927836 h 3927836"/>
              <a:gd name="connsiteX3-423" fmla="*/ 0 w 2926224"/>
              <a:gd name="connsiteY3-424" fmla="*/ 3920789 h 3927836"/>
              <a:gd name="connsiteX0-425" fmla="*/ 0 w 2926224"/>
              <a:gd name="connsiteY0-426" fmla="*/ 3920789 h 3927836"/>
              <a:gd name="connsiteX1-427" fmla="*/ 2926224 w 2926224"/>
              <a:gd name="connsiteY1-428" fmla="*/ 0 h 3927836"/>
              <a:gd name="connsiteX2-429" fmla="*/ 745433 w 2926224"/>
              <a:gd name="connsiteY2-430" fmla="*/ 3927836 h 3927836"/>
              <a:gd name="connsiteX3-431" fmla="*/ 0 w 2926224"/>
              <a:gd name="connsiteY3-432" fmla="*/ 3920789 h 3927836"/>
              <a:gd name="connsiteX0-433" fmla="*/ 0 w 2926224"/>
              <a:gd name="connsiteY0-434" fmla="*/ 3920789 h 3927836"/>
              <a:gd name="connsiteX1-435" fmla="*/ 2926224 w 2926224"/>
              <a:gd name="connsiteY1-436" fmla="*/ 0 h 3927836"/>
              <a:gd name="connsiteX2-437" fmla="*/ 745433 w 2926224"/>
              <a:gd name="connsiteY2-438" fmla="*/ 3927836 h 3927836"/>
              <a:gd name="connsiteX3-439" fmla="*/ 0 w 2926224"/>
              <a:gd name="connsiteY3-440" fmla="*/ 3920789 h 3927836"/>
              <a:gd name="connsiteX0-441" fmla="*/ 0 w 2926224"/>
              <a:gd name="connsiteY0-442" fmla="*/ 3920789 h 3927836"/>
              <a:gd name="connsiteX1-443" fmla="*/ 2926224 w 2926224"/>
              <a:gd name="connsiteY1-444" fmla="*/ 0 h 3927836"/>
              <a:gd name="connsiteX2-445" fmla="*/ 745433 w 2926224"/>
              <a:gd name="connsiteY2-446" fmla="*/ 3927836 h 3927836"/>
              <a:gd name="connsiteX3-447" fmla="*/ 0 w 2926224"/>
              <a:gd name="connsiteY3-448" fmla="*/ 3920789 h 392783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926224" h="3927836">
                <a:moveTo>
                  <a:pt x="0" y="3920789"/>
                </a:moveTo>
                <a:cubicBezTo>
                  <a:pt x="160042" y="2558419"/>
                  <a:pt x="1533705" y="745927"/>
                  <a:pt x="2926224" y="0"/>
                </a:cubicBezTo>
                <a:cubicBezTo>
                  <a:pt x="1823363" y="671558"/>
                  <a:pt x="774569" y="2389952"/>
                  <a:pt x="745433" y="3927836"/>
                </a:cubicBezTo>
                <a:lnTo>
                  <a:pt x="0" y="3920789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rot="16200000">
            <a:off x="9963150" y="5413375"/>
            <a:ext cx="367030" cy="194119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科技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创新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可持续发展</a:t>
            </a: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10259060" y="899795"/>
            <a:ext cx="1190625" cy="1557655"/>
            <a:chOff x="16156" y="4322"/>
            <a:chExt cx="1875" cy="2453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16156" y="6195"/>
              <a:ext cx="1875" cy="580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华普微官网</a:t>
              </a:r>
            </a:p>
          </p:txBody>
        </p:sp>
        <p:sp>
          <p:nvSpPr>
            <p:cNvPr id="19" name="矩形 18"/>
            <p:cNvSpPr>
              <a:spLocks noChangeAspect="1"/>
            </p:cNvSpPr>
            <p:nvPr userDrawn="1"/>
          </p:nvSpPr>
          <p:spPr bwMode="auto">
            <a:xfrm>
              <a:off x="16156" y="4322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0259060" y="2908935"/>
            <a:ext cx="1190625" cy="1464945"/>
            <a:chOff x="16156" y="1417"/>
            <a:chExt cx="1875" cy="2307"/>
          </a:xfrm>
        </p:grpSpPr>
        <p:sp>
          <p:nvSpPr>
            <p:cNvPr id="22" name="文本框 21"/>
            <p:cNvSpPr txBox="1"/>
            <p:nvPr userDrawn="1"/>
          </p:nvSpPr>
          <p:spPr>
            <a:xfrm>
              <a:off x="16156" y="3290"/>
              <a:ext cx="1875" cy="434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官方公众号</a:t>
              </a:r>
            </a:p>
          </p:txBody>
        </p:sp>
        <p:sp>
          <p:nvSpPr>
            <p:cNvPr id="46" name="矩形 45"/>
            <p:cNvSpPr>
              <a:spLocks noChangeAspect="1"/>
            </p:cNvSpPr>
            <p:nvPr userDrawn="1"/>
          </p:nvSpPr>
          <p:spPr bwMode="auto">
            <a:xfrm>
              <a:off x="16156" y="1417"/>
              <a:ext cx="1873" cy="187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10" name="日期占位符 1"/>
          <p:cNvSpPr>
            <a:spLocks noGrp="1"/>
          </p:cNvSpPr>
          <p:nvPr userDrawn="1">
            <p:custDataLst>
              <p:tags r:id="rId1"/>
            </p:custDataLst>
          </p:nvPr>
        </p:nvSpPr>
        <p:spPr>
          <a:xfrm>
            <a:off x="-17145" y="6436995"/>
            <a:ext cx="12209145" cy="22923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Copyright © </a:t>
            </a:r>
            <a:r>
              <a:rPr lang="en-US" altLang="zh-CN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2025-2026 </a:t>
            </a:r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新魏" panose="02010800040101010101" charset="-122"/>
                <a:sym typeface="+mn-ea"/>
              </a:rPr>
              <a:t>深圳市华普微电子股份有限公司</a:t>
            </a:r>
            <a:endParaRPr lang="zh-CN" altLang="en-US" sz="11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字魂105号-简雅黑" panose="00000500000000000000" pitchFamily="2" charset="-122"/>
              <a:sym typeface="+mn-ea"/>
            </a:endParaRPr>
          </a:p>
        </p:txBody>
      </p:sp>
      <p:pic>
        <p:nvPicPr>
          <p:cNvPr id="13" name="图片 12" descr="hoperf.cn"/>
          <p:cNvPicPr>
            <a:picLocks noChangeAspect="1"/>
          </p:cNvPicPr>
          <p:nvPr userDrawn="1"/>
        </p:nvPicPr>
        <p:blipFill>
          <a:blip r:embed="rId7" cstate="screen"/>
          <a:stretch>
            <a:fillRect/>
          </a:stretch>
        </p:blipFill>
        <p:spPr>
          <a:xfrm>
            <a:off x="10300970" y="947420"/>
            <a:ext cx="1087755" cy="1087755"/>
          </a:xfrm>
          <a:prstGeom prst="rect">
            <a:avLst/>
          </a:prstGeom>
        </p:spPr>
      </p:pic>
      <p:pic>
        <p:nvPicPr>
          <p:cNvPr id="20" name="图片 19" descr="258"/>
          <p:cNvPicPr>
            <a:picLocks noChangeAspect="1"/>
          </p:cNvPicPr>
          <p:nvPr userDrawn="1"/>
        </p:nvPicPr>
        <p:blipFill>
          <a:blip r:embed="rId8" cstate="screen"/>
          <a:stretch>
            <a:fillRect/>
          </a:stretch>
        </p:blipFill>
        <p:spPr>
          <a:xfrm>
            <a:off x="10300970" y="2956560"/>
            <a:ext cx="1087755" cy="1087755"/>
          </a:xfrm>
          <a:prstGeom prst="rect">
            <a:avLst/>
          </a:prstGeom>
        </p:spPr>
      </p:pic>
      <p:pic>
        <p:nvPicPr>
          <p:cNvPr id="23" name="图片 22" descr="hplogo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 cstate="screen"/>
          <a:stretch>
            <a:fillRect/>
          </a:stretch>
        </p:blipFill>
        <p:spPr>
          <a:xfrm>
            <a:off x="213995" y="262255"/>
            <a:ext cx="1914525" cy="3898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 rot="16200000">
            <a:off x="8924290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 userDrawn="1">
            <p:custDataLst>
              <p:tags r:id="rId4"/>
            </p:custDataLst>
          </p:nvPr>
        </p:nvCxnSpPr>
        <p:spPr>
          <a:xfrm rot="16200000">
            <a:off x="11318875" y="6225342"/>
            <a:ext cx="0" cy="314960"/>
          </a:xfrm>
          <a:prstGeom prst="line">
            <a:avLst/>
          </a:prstGeom>
          <a:ln w="76200">
            <a:solidFill>
              <a:srgbClr val="C00000">
                <a:alpha val="9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9216"/>
            <a:ext cx="10515600" cy="3573260"/>
          </a:xfrm>
        </p:spPr>
        <p:txBody>
          <a:bodyPr anchor="b"/>
          <a:lstStyle>
            <a:lvl1pPr>
              <a:defRPr sz="6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ea typeface="微软雅黑" panose="020B0503020204020204" pitchFamily="34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82F288E0-7875-42C4-84C8-98DBBD3BF4D2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3000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6513" y="1127355"/>
            <a:ext cx="10515600" cy="5098877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2026/8/31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hoperf.com/" TargetMode="External"/><Relationship Id="rId3" Type="http://schemas.openxmlformats.org/officeDocument/2006/relationships/tags" Target="../tags/tag29.xml"/><Relationship Id="rId7" Type="http://schemas.openxmlformats.org/officeDocument/2006/relationships/hyperlink" Target="http://www.hoperf.cn/" TargetMode="Externa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hyperlink" Target="mailto:info@hoperf.com" TargetMode="External"/><Relationship Id="rId5" Type="http://schemas.openxmlformats.org/officeDocument/2006/relationships/hyperlink" Target="mailto:sales@hoperf.com" TargetMode="External"/><Relationship Id="rId4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8422640" y="5203190"/>
            <a:ext cx="1158240" cy="296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RF IC</a:t>
            </a:r>
          </a:p>
          <a:p>
            <a:pPr algn="ctr">
              <a:lnSpc>
                <a:spcPct val="100000"/>
              </a:lnSpc>
            </a:pPr>
            <a:r>
              <a:rPr lang="zh-CN" altLang="zh-CN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射频芯片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9299575" y="5203190"/>
            <a:ext cx="1388745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IoT Module</a:t>
            </a: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无线模组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10392410" y="5203190"/>
            <a:ext cx="1308100" cy="306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Signal Chain</a:t>
            </a:r>
          </a:p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信号链产品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screen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72458" y="4634865"/>
            <a:ext cx="548005" cy="568325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 descr="cpu,处理器,中央处理器,芯片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8745538" y="4690745"/>
            <a:ext cx="512445" cy="51244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 descr="电路板"/>
          <p:cNvPicPr>
            <a:picLocks noChangeAspect="1"/>
          </p:cNvPicPr>
          <p:nvPr/>
        </p:nvPicPr>
        <p:blipFill>
          <a:blip r:embed="rId6" cstate="screen">
            <a:clrChange>
              <a:clrFrom>
                <a:srgbClr val="68C1EB">
                  <a:alpha val="100000"/>
                </a:srgbClr>
              </a:clrFrom>
              <a:clrTo>
                <a:srgbClr val="68C1EB">
                  <a:alpha val="100000"/>
                  <a:alpha val="0"/>
                </a:srgbClr>
              </a:clrTo>
            </a:clrChange>
            <a:lum bright="-60000"/>
          </a:blip>
          <a:stretch>
            <a:fillRect/>
          </a:stretch>
        </p:blipFill>
        <p:spPr>
          <a:xfrm>
            <a:off x="9699943" y="4543425"/>
            <a:ext cx="588010" cy="746760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/>
          <p:cNvSpPr txBox="1"/>
          <p:nvPr/>
        </p:nvSpPr>
        <p:spPr>
          <a:xfrm>
            <a:off x="10116799" y="3410932"/>
            <a:ext cx="1460656" cy="8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Eric Su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2026-09-26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D81E3D9-2420-0D49-29F1-EBACA04F46D6}"/>
              </a:ext>
            </a:extLst>
          </p:cNvPr>
          <p:cNvSpPr/>
          <p:nvPr/>
        </p:nvSpPr>
        <p:spPr>
          <a:xfrm>
            <a:off x="6960000" y="1950118"/>
            <a:ext cx="4360463" cy="917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Matter </a:t>
            </a:r>
            <a:r>
              <a:rPr lang="en-US" altLang="zh-CN" sz="4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</a:t>
            </a:r>
            <a:endParaRPr lang="en-US" sz="44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1D3F26A-EBD1-74DE-FC55-7A272C0BC4DD}"/>
              </a:ext>
            </a:extLst>
          </p:cNvPr>
          <p:cNvSpPr/>
          <p:nvPr/>
        </p:nvSpPr>
        <p:spPr>
          <a:xfrm>
            <a:off x="6888000" y="2867969"/>
            <a:ext cx="489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3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PAA PAI DAC</a:t>
            </a:r>
            <a:r>
              <a:rPr lang="zh-CN" altLang="en-US" sz="36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验签过程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EA168CA-E9CC-A3FA-FAF6-99C041F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"/>
          <p:cNvSpPr txBox="1"/>
          <p:nvPr/>
        </p:nvSpPr>
        <p:spPr>
          <a:xfrm>
            <a:off x="696000" y="1619200"/>
            <a:ext cx="6906885" cy="132343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 eaLnBrk="1" hangingPunct="1"/>
            <a:r>
              <a:rPr lang="en-US" altLang="zh-CN" sz="80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THANKS</a:t>
            </a:r>
          </a:p>
        </p:txBody>
      </p:sp>
      <p:sp>
        <p:nvSpPr>
          <p:cNvPr id="22" name="矩形 21"/>
          <p:cNvSpPr/>
          <p:nvPr/>
        </p:nvSpPr>
        <p:spPr>
          <a:xfrm>
            <a:off x="1178560" y="3270250"/>
            <a:ext cx="4942840" cy="18656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热线：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400-1189-180 / TEL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0755-82973805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82973807</a:t>
            </a:r>
          </a:p>
          <a:p>
            <a:pPr>
              <a:lnSpc>
                <a:spcPct val="200000"/>
              </a:lnSpc>
            </a:pP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5"/>
              </a:rPr>
              <a:t>sales@hoperf.com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（销售）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  <a:hlinkClick r:id="rId6"/>
              </a:rPr>
              <a:t>Info@hoperf.com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（商务）</a:t>
            </a:r>
          </a:p>
          <a:p>
            <a:pPr>
              <a:lnSpc>
                <a:spcPct val="200000"/>
              </a:lnSpc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深圳市南山区西丽街道万科云城三期8栋A座30层（整层）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78" name="椭圆 36"/>
          <p:cNvSpPr>
            <a:spLocks noChangeAspect="1"/>
          </p:cNvSpPr>
          <p:nvPr/>
        </p:nvSpPr>
        <p:spPr bwMode="auto">
          <a:xfrm>
            <a:off x="981075" y="4521835"/>
            <a:ext cx="215900" cy="215900"/>
          </a:xfrm>
          <a:custGeom>
            <a:avLst/>
            <a:gdLst>
              <a:gd name="connsiteX0" fmla="*/ 199497 w 331788"/>
              <a:gd name="connsiteY0" fmla="*/ 265112 h 331787"/>
              <a:gd name="connsiteX1" fmla="*/ 209798 w 331788"/>
              <a:gd name="connsiteY1" fmla="*/ 279217 h 331787"/>
              <a:gd name="connsiteX2" fmla="*/ 238126 w 331788"/>
              <a:gd name="connsiteY2" fmla="*/ 315118 h 331787"/>
              <a:gd name="connsiteX3" fmla="*/ 166018 w 331788"/>
              <a:gd name="connsiteY3" fmla="*/ 331787 h 331787"/>
              <a:gd name="connsiteX4" fmla="*/ 122238 w 331788"/>
              <a:gd name="connsiteY4" fmla="*/ 325376 h 331787"/>
              <a:gd name="connsiteX5" fmla="*/ 199497 w 331788"/>
              <a:gd name="connsiteY5" fmla="*/ 265112 h 331787"/>
              <a:gd name="connsiteX6" fmla="*/ 190500 w 331788"/>
              <a:gd name="connsiteY6" fmla="*/ 228600 h 331787"/>
              <a:gd name="connsiteX7" fmla="*/ 201490 w 331788"/>
              <a:gd name="connsiteY7" fmla="*/ 228600 h 331787"/>
              <a:gd name="connsiteX8" fmla="*/ 206375 w 331788"/>
              <a:gd name="connsiteY8" fmla="*/ 236394 h 331787"/>
              <a:gd name="connsiteX9" fmla="*/ 200269 w 331788"/>
              <a:gd name="connsiteY9" fmla="*/ 242888 h 331787"/>
              <a:gd name="connsiteX10" fmla="*/ 190500 w 331788"/>
              <a:gd name="connsiteY10" fmla="*/ 228600 h 331787"/>
              <a:gd name="connsiteX11" fmla="*/ 146452 w 331788"/>
              <a:gd name="connsiteY11" fmla="*/ 228600 h 331787"/>
              <a:gd name="connsiteX12" fmla="*/ 164590 w 331788"/>
              <a:gd name="connsiteY12" fmla="*/ 229897 h 331787"/>
              <a:gd name="connsiteX13" fmla="*/ 165885 w 331788"/>
              <a:gd name="connsiteY13" fmla="*/ 229897 h 331787"/>
              <a:gd name="connsiteX14" fmla="*/ 173659 w 331788"/>
              <a:gd name="connsiteY14" fmla="*/ 229897 h 331787"/>
              <a:gd name="connsiteX15" fmla="*/ 190501 w 331788"/>
              <a:gd name="connsiteY15" fmla="*/ 253240 h 331787"/>
              <a:gd name="connsiteX16" fmla="*/ 103699 w 331788"/>
              <a:gd name="connsiteY16" fmla="*/ 320675 h 331787"/>
              <a:gd name="connsiteX17" fmla="*/ 77788 w 331788"/>
              <a:gd name="connsiteY17" fmla="*/ 306410 h 331787"/>
              <a:gd name="connsiteX18" fmla="*/ 112768 w 331788"/>
              <a:gd name="connsiteY18" fmla="*/ 244162 h 331787"/>
              <a:gd name="connsiteX19" fmla="*/ 121837 w 331788"/>
              <a:gd name="connsiteY19" fmla="*/ 245459 h 331787"/>
              <a:gd name="connsiteX20" fmla="*/ 146452 w 331788"/>
              <a:gd name="connsiteY20" fmla="*/ 228600 h 331787"/>
              <a:gd name="connsiteX21" fmla="*/ 323851 w 331788"/>
              <a:gd name="connsiteY21" fmla="*/ 217487 h 331787"/>
              <a:gd name="connsiteX22" fmla="*/ 249631 w 331788"/>
              <a:gd name="connsiteY22" fmla="*/ 307975 h 331787"/>
              <a:gd name="connsiteX23" fmla="*/ 207963 w 331788"/>
              <a:gd name="connsiteY23" fmla="*/ 253682 h 331787"/>
              <a:gd name="connsiteX24" fmla="*/ 218380 w 331788"/>
              <a:gd name="connsiteY24" fmla="*/ 243341 h 331787"/>
              <a:gd name="connsiteX25" fmla="*/ 227495 w 331788"/>
              <a:gd name="connsiteY25" fmla="*/ 244634 h 331787"/>
              <a:gd name="connsiteX26" fmla="*/ 253537 w 331788"/>
              <a:gd name="connsiteY26" fmla="*/ 225243 h 331787"/>
              <a:gd name="connsiteX27" fmla="*/ 323851 w 331788"/>
              <a:gd name="connsiteY27" fmla="*/ 217487 h 331787"/>
              <a:gd name="connsiteX28" fmla="*/ 3175 w 331788"/>
              <a:gd name="connsiteY28" fmla="*/ 196850 h 331787"/>
              <a:gd name="connsiteX29" fmla="*/ 93642 w 331788"/>
              <a:gd name="connsiteY29" fmla="*/ 222902 h 331787"/>
              <a:gd name="connsiteX30" fmla="*/ 100013 w 331788"/>
              <a:gd name="connsiteY30" fmla="*/ 235927 h 331787"/>
              <a:gd name="connsiteX31" fmla="*/ 65610 w 331788"/>
              <a:gd name="connsiteY31" fmla="*/ 298450 h 331787"/>
              <a:gd name="connsiteX32" fmla="*/ 3175 w 331788"/>
              <a:gd name="connsiteY32" fmla="*/ 196850 h 331787"/>
              <a:gd name="connsiteX33" fmla="*/ 146517 w 331788"/>
              <a:gd name="connsiteY33" fmla="*/ 192087 h 331787"/>
              <a:gd name="connsiteX34" fmla="*/ 163513 w 331788"/>
              <a:gd name="connsiteY34" fmla="*/ 215900 h 331787"/>
              <a:gd name="connsiteX35" fmla="*/ 147825 w 331788"/>
              <a:gd name="connsiteY35" fmla="*/ 214577 h 331787"/>
              <a:gd name="connsiteX36" fmla="*/ 141288 w 331788"/>
              <a:gd name="connsiteY36" fmla="*/ 200025 h 331787"/>
              <a:gd name="connsiteX37" fmla="*/ 146517 w 331788"/>
              <a:gd name="connsiteY37" fmla="*/ 192087 h 331787"/>
              <a:gd name="connsiteX38" fmla="*/ 277877 w 331788"/>
              <a:gd name="connsiteY38" fmla="*/ 160337 h 331787"/>
              <a:gd name="connsiteX39" fmla="*/ 314326 w 331788"/>
              <a:gd name="connsiteY39" fmla="*/ 204624 h 331787"/>
              <a:gd name="connsiteX40" fmla="*/ 253143 w 331788"/>
              <a:gd name="connsiteY40" fmla="*/ 211137 h 331787"/>
              <a:gd name="connsiteX41" fmla="*/ 249238 w 331788"/>
              <a:gd name="connsiteY41" fmla="*/ 203322 h 331787"/>
              <a:gd name="connsiteX42" fmla="*/ 277877 w 331788"/>
              <a:gd name="connsiteY42" fmla="*/ 160337 h 331787"/>
              <a:gd name="connsiteX43" fmla="*/ 290513 w 331788"/>
              <a:gd name="connsiteY43" fmla="*/ 153987 h 331787"/>
              <a:gd name="connsiteX44" fmla="*/ 331788 w 331788"/>
              <a:gd name="connsiteY44" fmla="*/ 167061 h 331787"/>
              <a:gd name="connsiteX45" fmla="*/ 329125 w 331788"/>
              <a:gd name="connsiteY45" fmla="*/ 198437 h 331787"/>
              <a:gd name="connsiteX46" fmla="*/ 290513 w 331788"/>
              <a:gd name="connsiteY46" fmla="*/ 153987 h 331787"/>
              <a:gd name="connsiteX47" fmla="*/ 113341 w 331788"/>
              <a:gd name="connsiteY47" fmla="*/ 139700 h 331787"/>
              <a:gd name="connsiteX48" fmla="*/ 130085 w 331788"/>
              <a:gd name="connsiteY48" fmla="*/ 169324 h 331787"/>
              <a:gd name="connsiteX49" fmla="*/ 136525 w 331788"/>
              <a:gd name="connsiteY49" fmla="*/ 178340 h 331787"/>
              <a:gd name="connsiteX50" fmla="*/ 128797 w 331788"/>
              <a:gd name="connsiteY50" fmla="*/ 191219 h 331787"/>
              <a:gd name="connsiteX51" fmla="*/ 121069 w 331788"/>
              <a:gd name="connsiteY51" fmla="*/ 189932 h 331787"/>
              <a:gd name="connsiteX52" fmla="*/ 95310 w 331788"/>
              <a:gd name="connsiteY52" fmla="*/ 207963 h 331787"/>
              <a:gd name="connsiteX53" fmla="*/ 1288 w 331788"/>
              <a:gd name="connsiteY53" fmla="*/ 179628 h 331787"/>
              <a:gd name="connsiteX54" fmla="*/ 0 w 331788"/>
              <a:gd name="connsiteY54" fmla="*/ 165460 h 331787"/>
              <a:gd name="connsiteX55" fmla="*/ 1288 w 331788"/>
              <a:gd name="connsiteY55" fmla="*/ 151292 h 331787"/>
              <a:gd name="connsiteX56" fmla="*/ 113341 w 331788"/>
              <a:gd name="connsiteY56" fmla="*/ 139700 h 331787"/>
              <a:gd name="connsiteX57" fmla="*/ 186315 w 331788"/>
              <a:gd name="connsiteY57" fmla="*/ 138112 h 331787"/>
              <a:gd name="connsiteX58" fmla="*/ 268288 w 331788"/>
              <a:gd name="connsiteY58" fmla="*/ 149780 h 331787"/>
              <a:gd name="connsiteX59" fmla="*/ 238829 w 331788"/>
              <a:gd name="connsiteY59" fmla="*/ 193860 h 331787"/>
              <a:gd name="connsiteX60" fmla="*/ 227301 w 331788"/>
              <a:gd name="connsiteY60" fmla="*/ 191267 h 331787"/>
              <a:gd name="connsiteX61" fmla="*/ 200404 w 331788"/>
              <a:gd name="connsiteY61" fmla="*/ 214604 h 331787"/>
              <a:gd name="connsiteX62" fmla="*/ 179911 w 331788"/>
              <a:gd name="connsiteY62" fmla="*/ 215900 h 331787"/>
              <a:gd name="connsiteX63" fmla="*/ 155575 w 331788"/>
              <a:gd name="connsiteY63" fmla="*/ 179599 h 331787"/>
              <a:gd name="connsiteX64" fmla="*/ 173507 w 331788"/>
              <a:gd name="connsiteY64" fmla="*/ 154966 h 331787"/>
              <a:gd name="connsiteX65" fmla="*/ 186315 w 331788"/>
              <a:gd name="connsiteY65" fmla="*/ 138112 h 331787"/>
              <a:gd name="connsiteX66" fmla="*/ 168276 w 331788"/>
              <a:gd name="connsiteY66" fmla="*/ 138112 h 331787"/>
              <a:gd name="connsiteX67" fmla="*/ 161661 w 331788"/>
              <a:gd name="connsiteY67" fmla="*/ 145566 h 331787"/>
              <a:gd name="connsiteX68" fmla="*/ 145786 w 331788"/>
              <a:gd name="connsiteY68" fmla="*/ 166687 h 331787"/>
              <a:gd name="connsiteX69" fmla="*/ 141817 w 331788"/>
              <a:gd name="connsiteY69" fmla="*/ 161718 h 331787"/>
              <a:gd name="connsiteX70" fmla="*/ 128588 w 331788"/>
              <a:gd name="connsiteY70" fmla="*/ 139354 h 331787"/>
              <a:gd name="connsiteX71" fmla="*/ 168276 w 331788"/>
              <a:gd name="connsiteY71" fmla="*/ 138112 h 331787"/>
              <a:gd name="connsiteX72" fmla="*/ 220028 w 331788"/>
              <a:gd name="connsiteY72" fmla="*/ 103187 h 331787"/>
              <a:gd name="connsiteX73" fmla="*/ 232728 w 331788"/>
              <a:gd name="connsiteY73" fmla="*/ 105784 h 331787"/>
              <a:gd name="connsiteX74" fmla="*/ 237808 w 331788"/>
              <a:gd name="connsiteY74" fmla="*/ 105784 h 331787"/>
              <a:gd name="connsiteX75" fmla="*/ 246698 w 331788"/>
              <a:gd name="connsiteY75" fmla="*/ 118773 h 331787"/>
              <a:gd name="connsiteX76" fmla="*/ 255588 w 331788"/>
              <a:gd name="connsiteY76" fmla="*/ 131762 h 331787"/>
              <a:gd name="connsiteX77" fmla="*/ 198438 w 331788"/>
              <a:gd name="connsiteY77" fmla="*/ 125267 h 331787"/>
              <a:gd name="connsiteX78" fmla="*/ 220028 w 331788"/>
              <a:gd name="connsiteY78" fmla="*/ 103187 h 331787"/>
              <a:gd name="connsiteX79" fmla="*/ 317236 w 331788"/>
              <a:gd name="connsiteY79" fmla="*/ 98425 h 331787"/>
              <a:gd name="connsiteX80" fmla="*/ 331788 w 331788"/>
              <a:gd name="connsiteY80" fmla="*/ 152400 h 331787"/>
              <a:gd name="connsiteX81" fmla="*/ 292100 w 331788"/>
              <a:gd name="connsiteY81" fmla="*/ 140552 h 331787"/>
              <a:gd name="connsiteX82" fmla="*/ 317236 w 331788"/>
              <a:gd name="connsiteY82" fmla="*/ 98425 h 331787"/>
              <a:gd name="connsiteX83" fmla="*/ 286068 w 331788"/>
              <a:gd name="connsiteY83" fmla="*/ 52387 h 331787"/>
              <a:gd name="connsiteX84" fmla="*/ 309563 w 331788"/>
              <a:gd name="connsiteY84" fmla="*/ 84748 h 331787"/>
              <a:gd name="connsiteX85" fmla="*/ 278236 w 331788"/>
              <a:gd name="connsiteY85" fmla="*/ 136525 h 331787"/>
              <a:gd name="connsiteX86" fmla="*/ 276931 w 331788"/>
              <a:gd name="connsiteY86" fmla="*/ 136525 h 331787"/>
              <a:gd name="connsiteX87" fmla="*/ 258657 w 331788"/>
              <a:gd name="connsiteY87" fmla="*/ 110636 h 331787"/>
              <a:gd name="connsiteX88" fmla="*/ 250825 w 331788"/>
              <a:gd name="connsiteY88" fmla="*/ 98986 h 331787"/>
              <a:gd name="connsiteX89" fmla="*/ 259962 w 331788"/>
              <a:gd name="connsiteY89" fmla="*/ 78275 h 331787"/>
              <a:gd name="connsiteX90" fmla="*/ 258657 w 331788"/>
              <a:gd name="connsiteY90" fmla="*/ 70509 h 331787"/>
              <a:gd name="connsiteX91" fmla="*/ 286068 w 331788"/>
              <a:gd name="connsiteY91" fmla="*/ 52387 h 331787"/>
              <a:gd name="connsiteX92" fmla="*/ 73025 w 331788"/>
              <a:gd name="connsiteY92" fmla="*/ 28575 h 331787"/>
              <a:gd name="connsiteX93" fmla="*/ 107950 w 331788"/>
              <a:gd name="connsiteY93" fmla="*/ 126377 h 331787"/>
              <a:gd name="connsiteX94" fmla="*/ 3175 w 331788"/>
              <a:gd name="connsiteY94" fmla="*/ 138113 h 331787"/>
              <a:gd name="connsiteX95" fmla="*/ 73025 w 331788"/>
              <a:gd name="connsiteY95" fmla="*/ 28575 h 331787"/>
              <a:gd name="connsiteX96" fmla="*/ 203200 w 331788"/>
              <a:gd name="connsiteY96" fmla="*/ 4762 h 331787"/>
              <a:gd name="connsiteX97" fmla="*/ 274638 w 331788"/>
              <a:gd name="connsiteY97" fmla="*/ 41817 h 331787"/>
              <a:gd name="connsiteX98" fmla="*/ 251258 w 331788"/>
              <a:gd name="connsiteY98" fmla="*/ 57150 h 331787"/>
              <a:gd name="connsiteX99" fmla="*/ 233074 w 331788"/>
              <a:gd name="connsiteY99" fmla="*/ 50761 h 331787"/>
              <a:gd name="connsiteX100" fmla="*/ 225281 w 331788"/>
              <a:gd name="connsiteY100" fmla="*/ 52039 h 331787"/>
              <a:gd name="connsiteX101" fmla="*/ 203200 w 331788"/>
              <a:gd name="connsiteY101" fmla="*/ 4762 h 331787"/>
              <a:gd name="connsiteX102" fmla="*/ 165260 w 331788"/>
              <a:gd name="connsiteY102" fmla="*/ 0 h 331787"/>
              <a:gd name="connsiteX103" fmla="*/ 185786 w 331788"/>
              <a:gd name="connsiteY103" fmla="*/ 1290 h 331787"/>
              <a:gd name="connsiteX104" fmla="*/ 212725 w 331788"/>
              <a:gd name="connsiteY104" fmla="*/ 59333 h 331787"/>
              <a:gd name="connsiteX105" fmla="*/ 205028 w 331788"/>
              <a:gd name="connsiteY105" fmla="*/ 77390 h 331787"/>
              <a:gd name="connsiteX106" fmla="*/ 208876 w 331788"/>
              <a:gd name="connsiteY106" fmla="*/ 91579 h 331787"/>
              <a:gd name="connsiteX107" fmla="*/ 179371 w 331788"/>
              <a:gd name="connsiteY107" fmla="*/ 122535 h 331787"/>
              <a:gd name="connsiteX108" fmla="*/ 176806 w 331788"/>
              <a:gd name="connsiteY108" fmla="*/ 122535 h 331787"/>
              <a:gd name="connsiteX109" fmla="*/ 122927 w 331788"/>
              <a:gd name="connsiteY109" fmla="*/ 123825 h 331787"/>
              <a:gd name="connsiteX110" fmla="*/ 85725 w 331788"/>
              <a:gd name="connsiteY110" fmla="*/ 20637 h 331787"/>
              <a:gd name="connsiteX111" fmla="*/ 165260 w 331788"/>
              <a:gd name="connsiteY111" fmla="*/ 0 h 33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331788" h="331787">
                <a:moveTo>
                  <a:pt x="199497" y="265112"/>
                </a:moveTo>
                <a:cubicBezTo>
                  <a:pt x="203360" y="270241"/>
                  <a:pt x="205935" y="274088"/>
                  <a:pt x="209798" y="279217"/>
                </a:cubicBezTo>
                <a:cubicBezTo>
                  <a:pt x="222674" y="295885"/>
                  <a:pt x="231688" y="307425"/>
                  <a:pt x="238126" y="315118"/>
                </a:cubicBezTo>
                <a:cubicBezTo>
                  <a:pt x="216236" y="325376"/>
                  <a:pt x="191771" y="331787"/>
                  <a:pt x="166018" y="331787"/>
                </a:cubicBezTo>
                <a:cubicBezTo>
                  <a:pt x="150566" y="331787"/>
                  <a:pt x="136402" y="329223"/>
                  <a:pt x="122238" y="325376"/>
                </a:cubicBezTo>
                <a:cubicBezTo>
                  <a:pt x="141553" y="312554"/>
                  <a:pt x="169881" y="293321"/>
                  <a:pt x="199497" y="265112"/>
                </a:cubicBezTo>
                <a:close/>
                <a:moveTo>
                  <a:pt x="190500" y="228600"/>
                </a:moveTo>
                <a:cubicBezTo>
                  <a:pt x="194163" y="228600"/>
                  <a:pt x="197827" y="228600"/>
                  <a:pt x="201490" y="228600"/>
                </a:cubicBezTo>
                <a:cubicBezTo>
                  <a:pt x="202712" y="231198"/>
                  <a:pt x="203933" y="233796"/>
                  <a:pt x="206375" y="236394"/>
                </a:cubicBezTo>
                <a:cubicBezTo>
                  <a:pt x="203933" y="237693"/>
                  <a:pt x="201490" y="240290"/>
                  <a:pt x="200269" y="242888"/>
                </a:cubicBezTo>
                <a:cubicBezTo>
                  <a:pt x="196606" y="237693"/>
                  <a:pt x="194163" y="233796"/>
                  <a:pt x="190500" y="228600"/>
                </a:cubicBezTo>
                <a:close/>
                <a:moveTo>
                  <a:pt x="146452" y="228600"/>
                </a:moveTo>
                <a:cubicBezTo>
                  <a:pt x="152930" y="228600"/>
                  <a:pt x="159408" y="229897"/>
                  <a:pt x="164590" y="229897"/>
                </a:cubicBezTo>
                <a:cubicBezTo>
                  <a:pt x="164590" y="229897"/>
                  <a:pt x="164590" y="229897"/>
                  <a:pt x="165885" y="229897"/>
                </a:cubicBezTo>
                <a:cubicBezTo>
                  <a:pt x="168477" y="229897"/>
                  <a:pt x="171068" y="229897"/>
                  <a:pt x="173659" y="229897"/>
                </a:cubicBezTo>
                <a:cubicBezTo>
                  <a:pt x="178841" y="237678"/>
                  <a:pt x="185319" y="245459"/>
                  <a:pt x="190501" y="253240"/>
                </a:cubicBezTo>
                <a:cubicBezTo>
                  <a:pt x="156817" y="286958"/>
                  <a:pt x="123132" y="309004"/>
                  <a:pt x="103699" y="320675"/>
                </a:cubicBezTo>
                <a:cubicBezTo>
                  <a:pt x="94630" y="316785"/>
                  <a:pt x="85561" y="311597"/>
                  <a:pt x="77788" y="306410"/>
                </a:cubicBezTo>
                <a:cubicBezTo>
                  <a:pt x="84266" y="293442"/>
                  <a:pt x="97221" y="271396"/>
                  <a:pt x="112768" y="244162"/>
                </a:cubicBezTo>
                <a:cubicBezTo>
                  <a:pt x="115359" y="245459"/>
                  <a:pt x="117950" y="245459"/>
                  <a:pt x="121837" y="245459"/>
                </a:cubicBezTo>
                <a:cubicBezTo>
                  <a:pt x="132201" y="245459"/>
                  <a:pt x="142566" y="238975"/>
                  <a:pt x="146452" y="228600"/>
                </a:cubicBezTo>
                <a:close/>
                <a:moveTo>
                  <a:pt x="323851" y="217487"/>
                </a:moveTo>
                <a:cubicBezTo>
                  <a:pt x="310830" y="256268"/>
                  <a:pt x="284788" y="287292"/>
                  <a:pt x="249631" y="307975"/>
                </a:cubicBezTo>
                <a:cubicBezTo>
                  <a:pt x="240516" y="295048"/>
                  <a:pt x="224890" y="275658"/>
                  <a:pt x="207963" y="253682"/>
                </a:cubicBezTo>
                <a:cubicBezTo>
                  <a:pt x="211869" y="249804"/>
                  <a:pt x="214474" y="247219"/>
                  <a:pt x="218380" y="243341"/>
                </a:cubicBezTo>
                <a:cubicBezTo>
                  <a:pt x="220984" y="244634"/>
                  <a:pt x="223588" y="244634"/>
                  <a:pt x="227495" y="244634"/>
                </a:cubicBezTo>
                <a:cubicBezTo>
                  <a:pt x="239214" y="244634"/>
                  <a:pt x="250933" y="236878"/>
                  <a:pt x="253537" y="225243"/>
                </a:cubicBezTo>
                <a:cubicBezTo>
                  <a:pt x="280881" y="222658"/>
                  <a:pt x="304319" y="220073"/>
                  <a:pt x="323851" y="217487"/>
                </a:cubicBezTo>
                <a:close/>
                <a:moveTo>
                  <a:pt x="3175" y="196850"/>
                </a:moveTo>
                <a:cubicBezTo>
                  <a:pt x="23562" y="204666"/>
                  <a:pt x="55417" y="215086"/>
                  <a:pt x="93642" y="222902"/>
                </a:cubicBezTo>
                <a:cubicBezTo>
                  <a:pt x="94916" y="228112"/>
                  <a:pt x="96190" y="232019"/>
                  <a:pt x="100013" y="235927"/>
                </a:cubicBezTo>
                <a:cubicBezTo>
                  <a:pt x="84723" y="261978"/>
                  <a:pt x="71981" y="284122"/>
                  <a:pt x="65610" y="298450"/>
                </a:cubicBezTo>
                <a:cubicBezTo>
                  <a:pt x="33755" y="273702"/>
                  <a:pt x="10820" y="237230"/>
                  <a:pt x="3175" y="196850"/>
                </a:cubicBezTo>
                <a:close/>
                <a:moveTo>
                  <a:pt x="146517" y="192087"/>
                </a:moveTo>
                <a:cubicBezTo>
                  <a:pt x="151747" y="200025"/>
                  <a:pt x="156976" y="207963"/>
                  <a:pt x="163513" y="215900"/>
                </a:cubicBezTo>
                <a:cubicBezTo>
                  <a:pt x="158284" y="215900"/>
                  <a:pt x="153054" y="214577"/>
                  <a:pt x="147825" y="214577"/>
                </a:cubicBezTo>
                <a:cubicBezTo>
                  <a:pt x="147825" y="209286"/>
                  <a:pt x="145210" y="203994"/>
                  <a:pt x="141288" y="200025"/>
                </a:cubicBezTo>
                <a:cubicBezTo>
                  <a:pt x="142595" y="197379"/>
                  <a:pt x="145210" y="194733"/>
                  <a:pt x="146517" y="192087"/>
                </a:cubicBezTo>
                <a:close/>
                <a:moveTo>
                  <a:pt x="277877" y="160337"/>
                </a:moveTo>
                <a:cubicBezTo>
                  <a:pt x="290894" y="175968"/>
                  <a:pt x="302610" y="190296"/>
                  <a:pt x="314326" y="204624"/>
                </a:cubicBezTo>
                <a:cubicBezTo>
                  <a:pt x="297403" y="205927"/>
                  <a:pt x="276575" y="208532"/>
                  <a:pt x="253143" y="211137"/>
                </a:cubicBezTo>
                <a:cubicBezTo>
                  <a:pt x="251842" y="207230"/>
                  <a:pt x="251842" y="204624"/>
                  <a:pt x="249238" y="203322"/>
                </a:cubicBezTo>
                <a:cubicBezTo>
                  <a:pt x="259652" y="188994"/>
                  <a:pt x="270066" y="174665"/>
                  <a:pt x="277877" y="160337"/>
                </a:cubicBezTo>
                <a:close/>
                <a:moveTo>
                  <a:pt x="290513" y="153987"/>
                </a:moveTo>
                <a:cubicBezTo>
                  <a:pt x="306490" y="159216"/>
                  <a:pt x="321136" y="163139"/>
                  <a:pt x="331788" y="167061"/>
                </a:cubicBezTo>
                <a:cubicBezTo>
                  <a:pt x="331788" y="178827"/>
                  <a:pt x="330457" y="187978"/>
                  <a:pt x="329125" y="198437"/>
                </a:cubicBezTo>
                <a:cubicBezTo>
                  <a:pt x="317142" y="185364"/>
                  <a:pt x="303828" y="170983"/>
                  <a:pt x="290513" y="153987"/>
                </a:cubicBezTo>
                <a:close/>
                <a:moveTo>
                  <a:pt x="113341" y="139700"/>
                </a:moveTo>
                <a:cubicBezTo>
                  <a:pt x="118493" y="150004"/>
                  <a:pt x="124933" y="160307"/>
                  <a:pt x="130085" y="169324"/>
                </a:cubicBezTo>
                <a:cubicBezTo>
                  <a:pt x="132661" y="171900"/>
                  <a:pt x="135237" y="175764"/>
                  <a:pt x="136525" y="178340"/>
                </a:cubicBezTo>
                <a:cubicBezTo>
                  <a:pt x="133949" y="183492"/>
                  <a:pt x="131373" y="187356"/>
                  <a:pt x="128797" y="191219"/>
                </a:cubicBezTo>
                <a:cubicBezTo>
                  <a:pt x="126221" y="189932"/>
                  <a:pt x="123645" y="189932"/>
                  <a:pt x="121069" y="189932"/>
                </a:cubicBezTo>
                <a:cubicBezTo>
                  <a:pt x="109478" y="189932"/>
                  <a:pt x="99174" y="197659"/>
                  <a:pt x="95310" y="207963"/>
                </a:cubicBezTo>
                <a:cubicBezTo>
                  <a:pt x="52807" y="200235"/>
                  <a:pt x="19320" y="187356"/>
                  <a:pt x="1288" y="179628"/>
                </a:cubicBezTo>
                <a:cubicBezTo>
                  <a:pt x="0" y="174476"/>
                  <a:pt x="0" y="170612"/>
                  <a:pt x="0" y="165460"/>
                </a:cubicBezTo>
                <a:cubicBezTo>
                  <a:pt x="0" y="160307"/>
                  <a:pt x="0" y="156444"/>
                  <a:pt x="1288" y="151292"/>
                </a:cubicBezTo>
                <a:cubicBezTo>
                  <a:pt x="23183" y="147428"/>
                  <a:pt x="64399" y="142276"/>
                  <a:pt x="113341" y="139700"/>
                </a:cubicBezTo>
                <a:close/>
                <a:moveTo>
                  <a:pt x="186315" y="138112"/>
                </a:moveTo>
                <a:cubicBezTo>
                  <a:pt x="215774" y="139408"/>
                  <a:pt x="243952" y="143298"/>
                  <a:pt x="268288" y="149780"/>
                </a:cubicBezTo>
                <a:cubicBezTo>
                  <a:pt x="259322" y="164042"/>
                  <a:pt x="249076" y="179599"/>
                  <a:pt x="238829" y="193860"/>
                </a:cubicBezTo>
                <a:cubicBezTo>
                  <a:pt x="234986" y="192564"/>
                  <a:pt x="231144" y="191267"/>
                  <a:pt x="227301" y="191267"/>
                </a:cubicBezTo>
                <a:cubicBezTo>
                  <a:pt x="213212" y="191267"/>
                  <a:pt x="201685" y="201639"/>
                  <a:pt x="200404" y="214604"/>
                </a:cubicBezTo>
                <a:cubicBezTo>
                  <a:pt x="194000" y="214604"/>
                  <a:pt x="186315" y="214604"/>
                  <a:pt x="179911" y="215900"/>
                </a:cubicBezTo>
                <a:cubicBezTo>
                  <a:pt x="170945" y="202936"/>
                  <a:pt x="163260" y="191267"/>
                  <a:pt x="155575" y="179599"/>
                </a:cubicBezTo>
                <a:cubicBezTo>
                  <a:pt x="160698" y="171820"/>
                  <a:pt x="167102" y="162745"/>
                  <a:pt x="173507" y="154966"/>
                </a:cubicBezTo>
                <a:cubicBezTo>
                  <a:pt x="177349" y="148483"/>
                  <a:pt x="182472" y="143298"/>
                  <a:pt x="186315" y="138112"/>
                </a:cubicBezTo>
                <a:close/>
                <a:moveTo>
                  <a:pt x="168276" y="138112"/>
                </a:moveTo>
                <a:cubicBezTo>
                  <a:pt x="165630" y="140597"/>
                  <a:pt x="164307" y="143081"/>
                  <a:pt x="161661" y="145566"/>
                </a:cubicBezTo>
                <a:cubicBezTo>
                  <a:pt x="156370" y="153020"/>
                  <a:pt x="151078" y="159232"/>
                  <a:pt x="145786" y="166687"/>
                </a:cubicBezTo>
                <a:cubicBezTo>
                  <a:pt x="144463" y="165445"/>
                  <a:pt x="143140" y="162960"/>
                  <a:pt x="141817" y="161718"/>
                </a:cubicBezTo>
                <a:cubicBezTo>
                  <a:pt x="137849" y="154263"/>
                  <a:pt x="132557" y="146808"/>
                  <a:pt x="128588" y="139354"/>
                </a:cubicBezTo>
                <a:cubicBezTo>
                  <a:pt x="141817" y="139354"/>
                  <a:pt x="155047" y="138112"/>
                  <a:pt x="168276" y="138112"/>
                </a:cubicBezTo>
                <a:close/>
                <a:moveTo>
                  <a:pt x="220028" y="103187"/>
                </a:moveTo>
                <a:cubicBezTo>
                  <a:pt x="223838" y="104486"/>
                  <a:pt x="227648" y="105784"/>
                  <a:pt x="232728" y="105784"/>
                </a:cubicBezTo>
                <a:cubicBezTo>
                  <a:pt x="233998" y="105784"/>
                  <a:pt x="236538" y="105784"/>
                  <a:pt x="237808" y="105784"/>
                </a:cubicBezTo>
                <a:cubicBezTo>
                  <a:pt x="241618" y="109681"/>
                  <a:pt x="244158" y="114877"/>
                  <a:pt x="246698" y="118773"/>
                </a:cubicBezTo>
                <a:cubicBezTo>
                  <a:pt x="249238" y="122670"/>
                  <a:pt x="253048" y="127865"/>
                  <a:pt x="255588" y="131762"/>
                </a:cubicBezTo>
                <a:cubicBezTo>
                  <a:pt x="237808" y="129164"/>
                  <a:pt x="218758" y="126566"/>
                  <a:pt x="198438" y="125267"/>
                </a:cubicBezTo>
                <a:cubicBezTo>
                  <a:pt x="206058" y="117474"/>
                  <a:pt x="213678" y="109681"/>
                  <a:pt x="220028" y="103187"/>
                </a:cubicBezTo>
                <a:close/>
                <a:moveTo>
                  <a:pt x="317236" y="98425"/>
                </a:moveTo>
                <a:cubicBezTo>
                  <a:pt x="325173" y="115539"/>
                  <a:pt x="329142" y="133969"/>
                  <a:pt x="331788" y="152400"/>
                </a:cubicBezTo>
                <a:cubicBezTo>
                  <a:pt x="319882" y="148450"/>
                  <a:pt x="306652" y="144501"/>
                  <a:pt x="292100" y="140552"/>
                </a:cubicBezTo>
                <a:cubicBezTo>
                  <a:pt x="301361" y="124754"/>
                  <a:pt x="310621" y="111589"/>
                  <a:pt x="317236" y="98425"/>
                </a:cubicBezTo>
                <a:close/>
                <a:moveTo>
                  <a:pt x="286068" y="52387"/>
                </a:moveTo>
                <a:cubicBezTo>
                  <a:pt x="295205" y="61448"/>
                  <a:pt x="303037" y="71803"/>
                  <a:pt x="309563" y="84748"/>
                </a:cubicBezTo>
                <a:cubicBezTo>
                  <a:pt x="301731" y="98986"/>
                  <a:pt x="289984" y="117108"/>
                  <a:pt x="278236" y="136525"/>
                </a:cubicBezTo>
                <a:cubicBezTo>
                  <a:pt x="278236" y="136525"/>
                  <a:pt x="276931" y="136525"/>
                  <a:pt x="276931" y="136525"/>
                </a:cubicBezTo>
                <a:cubicBezTo>
                  <a:pt x="270404" y="127464"/>
                  <a:pt x="265183" y="119697"/>
                  <a:pt x="258657" y="110636"/>
                </a:cubicBezTo>
                <a:cubicBezTo>
                  <a:pt x="256046" y="106753"/>
                  <a:pt x="253436" y="102870"/>
                  <a:pt x="250825" y="98986"/>
                </a:cubicBezTo>
                <a:cubicBezTo>
                  <a:pt x="256046" y="93809"/>
                  <a:pt x="259962" y="86042"/>
                  <a:pt x="259962" y="78275"/>
                </a:cubicBezTo>
                <a:cubicBezTo>
                  <a:pt x="259962" y="75687"/>
                  <a:pt x="259962" y="73098"/>
                  <a:pt x="258657" y="70509"/>
                </a:cubicBezTo>
                <a:cubicBezTo>
                  <a:pt x="269099" y="62742"/>
                  <a:pt x="278236" y="57564"/>
                  <a:pt x="286068" y="52387"/>
                </a:cubicBezTo>
                <a:close/>
                <a:moveTo>
                  <a:pt x="73025" y="28575"/>
                </a:moveTo>
                <a:cubicBezTo>
                  <a:pt x="79493" y="54655"/>
                  <a:pt x="92428" y="92472"/>
                  <a:pt x="107950" y="126377"/>
                </a:cubicBezTo>
                <a:cubicBezTo>
                  <a:pt x="63970" y="128985"/>
                  <a:pt x="25165" y="134201"/>
                  <a:pt x="3175" y="138113"/>
                </a:cubicBezTo>
                <a:cubicBezTo>
                  <a:pt x="10936" y="92472"/>
                  <a:pt x="36806" y="53351"/>
                  <a:pt x="73025" y="28575"/>
                </a:cubicBezTo>
                <a:close/>
                <a:moveTo>
                  <a:pt x="203200" y="4762"/>
                </a:moveTo>
                <a:cubicBezTo>
                  <a:pt x="230476" y="11151"/>
                  <a:pt x="255155" y="23928"/>
                  <a:pt x="274638" y="41817"/>
                </a:cubicBezTo>
                <a:cubicBezTo>
                  <a:pt x="268144" y="45650"/>
                  <a:pt x="260350" y="52039"/>
                  <a:pt x="251258" y="57150"/>
                </a:cubicBezTo>
                <a:cubicBezTo>
                  <a:pt x="246063" y="53316"/>
                  <a:pt x="239568" y="50761"/>
                  <a:pt x="233074" y="50761"/>
                </a:cubicBezTo>
                <a:cubicBezTo>
                  <a:pt x="230476" y="50761"/>
                  <a:pt x="227879" y="50761"/>
                  <a:pt x="225281" y="52039"/>
                </a:cubicBezTo>
                <a:cubicBezTo>
                  <a:pt x="216189" y="34150"/>
                  <a:pt x="208395" y="17539"/>
                  <a:pt x="203200" y="4762"/>
                </a:cubicBezTo>
                <a:close/>
                <a:moveTo>
                  <a:pt x="165260" y="0"/>
                </a:moveTo>
                <a:cubicBezTo>
                  <a:pt x="172957" y="0"/>
                  <a:pt x="179371" y="0"/>
                  <a:pt x="185786" y="1290"/>
                </a:cubicBezTo>
                <a:cubicBezTo>
                  <a:pt x="192200" y="15478"/>
                  <a:pt x="199897" y="36115"/>
                  <a:pt x="212725" y="59333"/>
                </a:cubicBezTo>
                <a:cubicBezTo>
                  <a:pt x="207594" y="63202"/>
                  <a:pt x="205028" y="69651"/>
                  <a:pt x="205028" y="77390"/>
                </a:cubicBezTo>
                <a:cubicBezTo>
                  <a:pt x="205028" y="82550"/>
                  <a:pt x="206311" y="87709"/>
                  <a:pt x="208876" y="91579"/>
                </a:cubicBezTo>
                <a:cubicBezTo>
                  <a:pt x="198614" y="100608"/>
                  <a:pt x="188351" y="110926"/>
                  <a:pt x="179371" y="122535"/>
                </a:cubicBezTo>
                <a:cubicBezTo>
                  <a:pt x="178089" y="122535"/>
                  <a:pt x="178089" y="122535"/>
                  <a:pt x="176806" y="122535"/>
                </a:cubicBezTo>
                <a:cubicBezTo>
                  <a:pt x="158846" y="122535"/>
                  <a:pt x="139604" y="123825"/>
                  <a:pt x="122927" y="123825"/>
                </a:cubicBezTo>
                <a:cubicBezTo>
                  <a:pt x="104967" y="87709"/>
                  <a:pt x="92139" y="45144"/>
                  <a:pt x="85725" y="20637"/>
                </a:cubicBezTo>
                <a:cubicBezTo>
                  <a:pt x="108816" y="7739"/>
                  <a:pt x="135755" y="0"/>
                  <a:pt x="165260" y="0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485" name="Freeform 120"/>
          <p:cNvSpPr>
            <a:spLocks noChangeAspect="1" noEditPoints="1"/>
          </p:cNvSpPr>
          <p:nvPr/>
        </p:nvSpPr>
        <p:spPr bwMode="auto">
          <a:xfrm>
            <a:off x="962660" y="3817620"/>
            <a:ext cx="215900" cy="217170"/>
          </a:xfrm>
          <a:custGeom>
            <a:avLst/>
            <a:gdLst>
              <a:gd name="T0" fmla="*/ 360599988 w 144"/>
              <a:gd name="T1" fmla="*/ 0 h 144"/>
              <a:gd name="T2" fmla="*/ 0 w 144"/>
              <a:gd name="T3" fmla="*/ 364162578 h 144"/>
              <a:gd name="T4" fmla="*/ 360599988 w 144"/>
              <a:gd name="T5" fmla="*/ 728325156 h 144"/>
              <a:gd name="T6" fmla="*/ 721199977 w 144"/>
              <a:gd name="T7" fmla="*/ 364162578 h 144"/>
              <a:gd name="T8" fmla="*/ 360599988 w 144"/>
              <a:gd name="T9" fmla="*/ 0 h 144"/>
              <a:gd name="T10" fmla="*/ 570949795 w 144"/>
              <a:gd name="T11" fmla="*/ 515897548 h 144"/>
              <a:gd name="T12" fmla="*/ 150250182 w 144"/>
              <a:gd name="T13" fmla="*/ 515897548 h 144"/>
              <a:gd name="T14" fmla="*/ 150250182 w 144"/>
              <a:gd name="T15" fmla="*/ 313583505 h 144"/>
              <a:gd name="T16" fmla="*/ 295491875 w 144"/>
              <a:gd name="T17" fmla="*/ 414741651 h 144"/>
              <a:gd name="T18" fmla="*/ 360599988 w 144"/>
              <a:gd name="T19" fmla="*/ 434971031 h 144"/>
              <a:gd name="T20" fmla="*/ 425708102 w 144"/>
              <a:gd name="T21" fmla="*/ 414741651 h 144"/>
              <a:gd name="T22" fmla="*/ 570949795 w 144"/>
              <a:gd name="T23" fmla="*/ 313583505 h 144"/>
              <a:gd name="T24" fmla="*/ 570949795 w 144"/>
              <a:gd name="T25" fmla="*/ 515897548 h 144"/>
              <a:gd name="T26" fmla="*/ 570949795 w 144"/>
              <a:gd name="T27" fmla="*/ 252890867 h 144"/>
              <a:gd name="T28" fmla="*/ 395659408 w 144"/>
              <a:gd name="T29" fmla="*/ 374278393 h 144"/>
              <a:gd name="T30" fmla="*/ 360599988 w 144"/>
              <a:gd name="T31" fmla="*/ 384394207 h 144"/>
              <a:gd name="T32" fmla="*/ 325540568 w 144"/>
              <a:gd name="T33" fmla="*/ 374278393 h 144"/>
              <a:gd name="T34" fmla="*/ 150250182 w 144"/>
              <a:gd name="T35" fmla="*/ 252890867 h 144"/>
              <a:gd name="T36" fmla="*/ 150250182 w 144"/>
              <a:gd name="T37" fmla="*/ 212427608 h 144"/>
              <a:gd name="T38" fmla="*/ 570949795 w 144"/>
              <a:gd name="T39" fmla="*/ 212427608 h 144"/>
              <a:gd name="T40" fmla="*/ 570949795 w 144"/>
              <a:gd name="T41" fmla="*/ 252890867 h 144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144" h="144">
                <a:moveTo>
                  <a:pt x="72" y="0"/>
                </a:moveTo>
                <a:cubicBezTo>
                  <a:pt x="32" y="0"/>
                  <a:pt x="0" y="32"/>
                  <a:pt x="0" y="72"/>
                </a:cubicBezTo>
                <a:cubicBezTo>
                  <a:pt x="0" y="112"/>
                  <a:pt x="32" y="144"/>
                  <a:pt x="72" y="144"/>
                </a:cubicBezTo>
                <a:cubicBezTo>
                  <a:pt x="112" y="144"/>
                  <a:pt x="144" y="112"/>
                  <a:pt x="144" y="72"/>
                </a:cubicBezTo>
                <a:cubicBezTo>
                  <a:pt x="144" y="32"/>
                  <a:pt x="112" y="0"/>
                  <a:pt x="72" y="0"/>
                </a:cubicBezTo>
                <a:close/>
                <a:moveTo>
                  <a:pt x="114" y="102"/>
                </a:moveTo>
                <a:cubicBezTo>
                  <a:pt x="30" y="102"/>
                  <a:pt x="30" y="102"/>
                  <a:pt x="30" y="102"/>
                </a:cubicBezTo>
                <a:cubicBezTo>
                  <a:pt x="30" y="62"/>
                  <a:pt x="30" y="62"/>
                  <a:pt x="30" y="62"/>
                </a:cubicBezTo>
                <a:cubicBezTo>
                  <a:pt x="59" y="82"/>
                  <a:pt x="59" y="82"/>
                  <a:pt x="59" y="82"/>
                </a:cubicBezTo>
                <a:cubicBezTo>
                  <a:pt x="63" y="85"/>
                  <a:pt x="68" y="86"/>
                  <a:pt x="72" y="86"/>
                </a:cubicBezTo>
                <a:cubicBezTo>
                  <a:pt x="76" y="86"/>
                  <a:pt x="81" y="85"/>
                  <a:pt x="85" y="82"/>
                </a:cubicBezTo>
                <a:cubicBezTo>
                  <a:pt x="114" y="62"/>
                  <a:pt x="114" y="62"/>
                  <a:pt x="114" y="62"/>
                </a:cubicBezTo>
                <a:lnTo>
                  <a:pt x="114" y="102"/>
                </a:lnTo>
                <a:close/>
                <a:moveTo>
                  <a:pt x="114" y="50"/>
                </a:moveTo>
                <a:cubicBezTo>
                  <a:pt x="79" y="74"/>
                  <a:pt x="79" y="74"/>
                  <a:pt x="79" y="74"/>
                </a:cubicBezTo>
                <a:cubicBezTo>
                  <a:pt x="77" y="76"/>
                  <a:pt x="75" y="76"/>
                  <a:pt x="72" y="76"/>
                </a:cubicBezTo>
                <a:cubicBezTo>
                  <a:pt x="69" y="76"/>
                  <a:pt x="67" y="76"/>
                  <a:pt x="65" y="74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42"/>
                  <a:pt x="30" y="42"/>
                  <a:pt x="30" y="42"/>
                </a:cubicBezTo>
                <a:cubicBezTo>
                  <a:pt x="114" y="42"/>
                  <a:pt x="114" y="42"/>
                  <a:pt x="114" y="42"/>
                </a:cubicBezTo>
                <a:lnTo>
                  <a:pt x="114" y="50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465" name="Freeform 41"/>
          <p:cNvSpPr>
            <a:spLocks noEditPoints="1" noChangeArrowheads="1"/>
          </p:cNvSpPr>
          <p:nvPr/>
        </p:nvSpPr>
        <p:spPr bwMode="auto">
          <a:xfrm>
            <a:off x="962660" y="3475990"/>
            <a:ext cx="215900" cy="179705"/>
          </a:xfrm>
          <a:custGeom>
            <a:avLst/>
            <a:gdLst>
              <a:gd name="T0" fmla="*/ 607317235 w 105"/>
              <a:gd name="T1" fmla="*/ 165279166 h 78"/>
              <a:gd name="T2" fmla="*/ 981054861 w 105"/>
              <a:gd name="T3" fmla="*/ 543056187 h 78"/>
              <a:gd name="T4" fmla="*/ 981054861 w 105"/>
              <a:gd name="T5" fmla="*/ 590278315 h 78"/>
              <a:gd name="T6" fmla="*/ 840903679 w 105"/>
              <a:gd name="T7" fmla="*/ 637500442 h 78"/>
              <a:gd name="T8" fmla="*/ 712431477 w 105"/>
              <a:gd name="T9" fmla="*/ 649305114 h 78"/>
              <a:gd name="T10" fmla="*/ 654036574 w 105"/>
              <a:gd name="T11" fmla="*/ 613887659 h 78"/>
              <a:gd name="T12" fmla="*/ 572280294 w 105"/>
              <a:gd name="T13" fmla="*/ 613887659 h 78"/>
              <a:gd name="T14" fmla="*/ 502206411 w 105"/>
              <a:gd name="T15" fmla="*/ 684722570 h 78"/>
              <a:gd name="T16" fmla="*/ 502206411 w 105"/>
              <a:gd name="T17" fmla="*/ 684722570 h 78"/>
              <a:gd name="T18" fmla="*/ 572280294 w 105"/>
              <a:gd name="T19" fmla="*/ 755554041 h 78"/>
              <a:gd name="T20" fmla="*/ 654036574 w 105"/>
              <a:gd name="T21" fmla="*/ 755554041 h 78"/>
              <a:gd name="T22" fmla="*/ 712431477 w 105"/>
              <a:gd name="T23" fmla="*/ 708331914 h 78"/>
              <a:gd name="T24" fmla="*/ 852582659 w 105"/>
              <a:gd name="T25" fmla="*/ 696527242 h 78"/>
              <a:gd name="T26" fmla="*/ 957693484 w 105"/>
              <a:gd name="T27" fmla="*/ 661109786 h 78"/>
              <a:gd name="T28" fmla="*/ 607317235 w 105"/>
              <a:gd name="T29" fmla="*/ 920833208 h 78"/>
              <a:gd name="T30" fmla="*/ 233583026 w 105"/>
              <a:gd name="T31" fmla="*/ 543056187 h 78"/>
              <a:gd name="T32" fmla="*/ 607317235 w 105"/>
              <a:gd name="T33" fmla="*/ 165279166 h 78"/>
              <a:gd name="T34" fmla="*/ 607317235 w 105"/>
              <a:gd name="T35" fmla="*/ 0 h 78"/>
              <a:gd name="T36" fmla="*/ 233583026 w 105"/>
              <a:gd name="T37" fmla="*/ 165279166 h 78"/>
              <a:gd name="T38" fmla="*/ 93435261 w 105"/>
              <a:gd name="T39" fmla="*/ 389581693 h 78"/>
              <a:gd name="T40" fmla="*/ 70073883 w 105"/>
              <a:gd name="T41" fmla="*/ 389581693 h 78"/>
              <a:gd name="T42" fmla="*/ 0 w 105"/>
              <a:gd name="T43" fmla="*/ 472221276 h 78"/>
              <a:gd name="T44" fmla="*/ 0 w 105"/>
              <a:gd name="T45" fmla="*/ 602082987 h 78"/>
              <a:gd name="T46" fmla="*/ 70073883 w 105"/>
              <a:gd name="T47" fmla="*/ 672917898 h 78"/>
              <a:gd name="T48" fmla="*/ 175188124 w 105"/>
              <a:gd name="T49" fmla="*/ 672917898 h 78"/>
              <a:gd name="T50" fmla="*/ 175188124 w 105"/>
              <a:gd name="T51" fmla="*/ 401389804 h 78"/>
              <a:gd name="T52" fmla="*/ 291981346 w 105"/>
              <a:gd name="T53" fmla="*/ 224305966 h 78"/>
              <a:gd name="T54" fmla="*/ 607317235 w 105"/>
              <a:gd name="T55" fmla="*/ 82639583 h 78"/>
              <a:gd name="T56" fmla="*/ 934335523 w 105"/>
              <a:gd name="T57" fmla="*/ 224305966 h 78"/>
              <a:gd name="T58" fmla="*/ 1039449764 w 105"/>
              <a:gd name="T59" fmla="*/ 389581693 h 78"/>
              <a:gd name="T60" fmla="*/ 1039449764 w 105"/>
              <a:gd name="T61" fmla="*/ 672917898 h 78"/>
              <a:gd name="T62" fmla="*/ 1144564005 w 105"/>
              <a:gd name="T63" fmla="*/ 672917898 h 78"/>
              <a:gd name="T64" fmla="*/ 1226316868 w 105"/>
              <a:gd name="T65" fmla="*/ 602082987 h 78"/>
              <a:gd name="T66" fmla="*/ 1226316868 w 105"/>
              <a:gd name="T67" fmla="*/ 472221276 h 78"/>
              <a:gd name="T68" fmla="*/ 1144564005 w 105"/>
              <a:gd name="T69" fmla="*/ 389581693 h 78"/>
              <a:gd name="T70" fmla="*/ 1121202627 w 105"/>
              <a:gd name="T71" fmla="*/ 389581693 h 78"/>
              <a:gd name="T72" fmla="*/ 992733842 w 105"/>
              <a:gd name="T73" fmla="*/ 165279166 h 78"/>
              <a:gd name="T74" fmla="*/ 607317235 w 105"/>
              <a:gd name="T75" fmla="*/ 0 h 78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05"/>
              <a:gd name="T115" fmla="*/ 0 h 78"/>
              <a:gd name="T116" fmla="*/ 105 w 105"/>
              <a:gd name="T117" fmla="*/ 78 h 78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05" h="78">
                <a:moveTo>
                  <a:pt x="52" y="14"/>
                </a:moveTo>
                <a:cubicBezTo>
                  <a:pt x="70" y="14"/>
                  <a:pt x="84" y="29"/>
                  <a:pt x="84" y="46"/>
                </a:cubicBezTo>
                <a:cubicBezTo>
                  <a:pt x="84" y="47"/>
                  <a:pt x="84" y="49"/>
                  <a:pt x="84" y="50"/>
                </a:cubicBezTo>
                <a:cubicBezTo>
                  <a:pt x="80" y="51"/>
                  <a:pt x="76" y="53"/>
                  <a:pt x="72" y="54"/>
                </a:cubicBezTo>
                <a:cubicBezTo>
                  <a:pt x="68" y="55"/>
                  <a:pt x="65" y="55"/>
                  <a:pt x="61" y="55"/>
                </a:cubicBezTo>
                <a:cubicBezTo>
                  <a:pt x="60" y="54"/>
                  <a:pt x="58" y="52"/>
                  <a:pt x="56" y="52"/>
                </a:cubicBezTo>
                <a:cubicBezTo>
                  <a:pt x="49" y="52"/>
                  <a:pt x="49" y="52"/>
                  <a:pt x="49" y="52"/>
                </a:cubicBezTo>
                <a:cubicBezTo>
                  <a:pt x="46" y="52"/>
                  <a:pt x="43" y="55"/>
                  <a:pt x="43" y="58"/>
                </a:cubicBezTo>
                <a:cubicBezTo>
                  <a:pt x="43" y="58"/>
                  <a:pt x="43" y="58"/>
                  <a:pt x="43" y="58"/>
                </a:cubicBezTo>
                <a:cubicBezTo>
                  <a:pt x="43" y="61"/>
                  <a:pt x="46" y="64"/>
                  <a:pt x="49" y="64"/>
                </a:cubicBezTo>
                <a:cubicBezTo>
                  <a:pt x="56" y="64"/>
                  <a:pt x="56" y="64"/>
                  <a:pt x="56" y="64"/>
                </a:cubicBezTo>
                <a:cubicBezTo>
                  <a:pt x="58" y="64"/>
                  <a:pt x="60" y="62"/>
                  <a:pt x="61" y="60"/>
                </a:cubicBezTo>
                <a:cubicBezTo>
                  <a:pt x="65" y="60"/>
                  <a:pt x="69" y="59"/>
                  <a:pt x="73" y="59"/>
                </a:cubicBezTo>
                <a:cubicBezTo>
                  <a:pt x="76" y="58"/>
                  <a:pt x="79" y="57"/>
                  <a:pt x="82" y="56"/>
                </a:cubicBezTo>
                <a:cubicBezTo>
                  <a:pt x="78" y="69"/>
                  <a:pt x="66" y="78"/>
                  <a:pt x="52" y="78"/>
                </a:cubicBezTo>
                <a:cubicBezTo>
                  <a:pt x="34" y="78"/>
                  <a:pt x="20" y="64"/>
                  <a:pt x="20" y="46"/>
                </a:cubicBezTo>
                <a:cubicBezTo>
                  <a:pt x="20" y="29"/>
                  <a:pt x="34" y="14"/>
                  <a:pt x="52" y="14"/>
                </a:cubicBezTo>
                <a:close/>
                <a:moveTo>
                  <a:pt x="52" y="0"/>
                </a:moveTo>
                <a:cubicBezTo>
                  <a:pt x="39" y="0"/>
                  <a:pt x="28" y="5"/>
                  <a:pt x="20" y="14"/>
                </a:cubicBezTo>
                <a:cubicBezTo>
                  <a:pt x="14" y="19"/>
                  <a:pt x="10" y="26"/>
                  <a:pt x="8" y="33"/>
                </a:cubicBezTo>
                <a:cubicBezTo>
                  <a:pt x="6" y="33"/>
                  <a:pt x="6" y="33"/>
                  <a:pt x="6" y="33"/>
                </a:cubicBezTo>
                <a:cubicBezTo>
                  <a:pt x="3" y="33"/>
                  <a:pt x="0" y="36"/>
                  <a:pt x="0" y="40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54"/>
                  <a:pt x="3" y="57"/>
                  <a:pt x="6" y="57"/>
                </a:cubicBezTo>
                <a:cubicBezTo>
                  <a:pt x="15" y="57"/>
                  <a:pt x="15" y="57"/>
                  <a:pt x="15" y="57"/>
                </a:cubicBezTo>
                <a:cubicBezTo>
                  <a:pt x="15" y="34"/>
                  <a:pt x="15" y="34"/>
                  <a:pt x="15" y="34"/>
                </a:cubicBezTo>
                <a:cubicBezTo>
                  <a:pt x="17" y="28"/>
                  <a:pt x="20" y="23"/>
                  <a:pt x="25" y="19"/>
                </a:cubicBezTo>
                <a:cubicBezTo>
                  <a:pt x="32" y="12"/>
                  <a:pt x="41" y="7"/>
                  <a:pt x="52" y="7"/>
                </a:cubicBezTo>
                <a:cubicBezTo>
                  <a:pt x="63" y="7"/>
                  <a:pt x="73" y="12"/>
                  <a:pt x="80" y="19"/>
                </a:cubicBezTo>
                <a:cubicBezTo>
                  <a:pt x="84" y="23"/>
                  <a:pt x="87" y="28"/>
                  <a:pt x="89" y="33"/>
                </a:cubicBezTo>
                <a:cubicBezTo>
                  <a:pt x="89" y="57"/>
                  <a:pt x="89" y="57"/>
                  <a:pt x="89" y="57"/>
                </a:cubicBezTo>
                <a:cubicBezTo>
                  <a:pt x="98" y="57"/>
                  <a:pt x="98" y="57"/>
                  <a:pt x="98" y="57"/>
                </a:cubicBezTo>
                <a:cubicBezTo>
                  <a:pt x="102" y="57"/>
                  <a:pt x="105" y="54"/>
                  <a:pt x="105" y="51"/>
                </a:cubicBezTo>
                <a:cubicBezTo>
                  <a:pt x="105" y="40"/>
                  <a:pt x="105" y="40"/>
                  <a:pt x="105" y="40"/>
                </a:cubicBezTo>
                <a:cubicBezTo>
                  <a:pt x="105" y="36"/>
                  <a:pt x="102" y="33"/>
                  <a:pt x="98" y="33"/>
                </a:cubicBezTo>
                <a:cubicBezTo>
                  <a:pt x="96" y="33"/>
                  <a:pt x="96" y="33"/>
                  <a:pt x="96" y="33"/>
                </a:cubicBezTo>
                <a:cubicBezTo>
                  <a:pt x="94" y="26"/>
                  <a:pt x="90" y="19"/>
                  <a:pt x="85" y="14"/>
                </a:cubicBezTo>
                <a:cubicBezTo>
                  <a:pt x="76" y="5"/>
                  <a:pt x="65" y="0"/>
                  <a:pt x="52" y="0"/>
                </a:cubicBez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9" name="iconfont-1191-801535"/>
          <p:cNvSpPr/>
          <p:nvPr/>
        </p:nvSpPr>
        <p:spPr bwMode="auto">
          <a:xfrm>
            <a:off x="981075" y="4205605"/>
            <a:ext cx="179705" cy="215900"/>
          </a:xfrm>
          <a:custGeom>
            <a:avLst/>
            <a:gdLst>
              <a:gd name="T0" fmla="*/ 3166 w 6332"/>
              <a:gd name="T1" fmla="*/ 0 h 8034"/>
              <a:gd name="T2" fmla="*/ 0 w 6332"/>
              <a:gd name="T3" fmla="*/ 3166 h 8034"/>
              <a:gd name="T4" fmla="*/ 2481 w 6332"/>
              <a:gd name="T5" fmla="*/ 7590 h 8034"/>
              <a:gd name="T6" fmla="*/ 3853 w 6332"/>
              <a:gd name="T7" fmla="*/ 7588 h 8034"/>
              <a:gd name="T8" fmla="*/ 6332 w 6332"/>
              <a:gd name="T9" fmla="*/ 3166 h 8034"/>
              <a:gd name="T10" fmla="*/ 3166 w 6332"/>
              <a:gd name="T11" fmla="*/ 0 h 8034"/>
              <a:gd name="T12" fmla="*/ 3166 w 6332"/>
              <a:gd name="T13" fmla="*/ 0 h 8034"/>
              <a:gd name="T14" fmla="*/ 3166 w 6332"/>
              <a:gd name="T15" fmla="*/ 0 h 8034"/>
              <a:gd name="T16" fmla="*/ 3166 w 6332"/>
              <a:gd name="T17" fmla="*/ 0 h 8034"/>
              <a:gd name="T18" fmla="*/ 3166 w 6332"/>
              <a:gd name="T19" fmla="*/ 4529 h 8034"/>
              <a:gd name="T20" fmla="*/ 1702 w 6332"/>
              <a:gd name="T21" fmla="*/ 3065 h 8034"/>
              <a:gd name="T22" fmla="*/ 3166 w 6332"/>
              <a:gd name="T23" fmla="*/ 1600 h 8034"/>
              <a:gd name="T24" fmla="*/ 4630 w 6332"/>
              <a:gd name="T25" fmla="*/ 3065 h 8034"/>
              <a:gd name="T26" fmla="*/ 3166 w 6332"/>
              <a:gd name="T27" fmla="*/ 4529 h 8034"/>
              <a:gd name="T28" fmla="*/ 3166 w 6332"/>
              <a:gd name="T29" fmla="*/ 4529 h 8034"/>
              <a:gd name="T30" fmla="*/ 3166 w 6332"/>
              <a:gd name="T31" fmla="*/ 4529 h 8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332" h="8034">
                <a:moveTo>
                  <a:pt x="3166" y="0"/>
                </a:moveTo>
                <a:cubicBezTo>
                  <a:pt x="1418" y="0"/>
                  <a:pt x="0" y="1418"/>
                  <a:pt x="0" y="3166"/>
                </a:cubicBezTo>
                <a:cubicBezTo>
                  <a:pt x="0" y="4914"/>
                  <a:pt x="2481" y="7590"/>
                  <a:pt x="2481" y="7590"/>
                </a:cubicBezTo>
                <a:cubicBezTo>
                  <a:pt x="2859" y="8031"/>
                  <a:pt x="3478" y="8034"/>
                  <a:pt x="3853" y="7588"/>
                </a:cubicBezTo>
                <a:cubicBezTo>
                  <a:pt x="3853" y="7588"/>
                  <a:pt x="6332" y="4914"/>
                  <a:pt x="6332" y="3166"/>
                </a:cubicBezTo>
                <a:cubicBezTo>
                  <a:pt x="6332" y="1418"/>
                  <a:pt x="4914" y="0"/>
                  <a:pt x="3166" y="0"/>
                </a:cubicBezTo>
                <a:lnTo>
                  <a:pt x="3166" y="0"/>
                </a:lnTo>
                <a:lnTo>
                  <a:pt x="3166" y="0"/>
                </a:lnTo>
                <a:lnTo>
                  <a:pt x="3166" y="0"/>
                </a:lnTo>
                <a:close/>
                <a:moveTo>
                  <a:pt x="3166" y="4529"/>
                </a:moveTo>
                <a:cubicBezTo>
                  <a:pt x="2357" y="4529"/>
                  <a:pt x="1702" y="3874"/>
                  <a:pt x="1702" y="3065"/>
                </a:cubicBezTo>
                <a:cubicBezTo>
                  <a:pt x="1702" y="2256"/>
                  <a:pt x="2357" y="1600"/>
                  <a:pt x="3166" y="1600"/>
                </a:cubicBezTo>
                <a:cubicBezTo>
                  <a:pt x="3975" y="1600"/>
                  <a:pt x="4630" y="2256"/>
                  <a:pt x="4630" y="3065"/>
                </a:cubicBezTo>
                <a:cubicBezTo>
                  <a:pt x="4630" y="3874"/>
                  <a:pt x="3975" y="4529"/>
                  <a:pt x="3166" y="4529"/>
                </a:cubicBezTo>
                <a:lnTo>
                  <a:pt x="3166" y="4529"/>
                </a:lnTo>
                <a:close/>
                <a:moveTo>
                  <a:pt x="3166" y="4529"/>
                </a:move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204050" y="4435483"/>
            <a:ext cx="3018390" cy="3120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2870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  <a:hlinkClick r:id="rId7"/>
              </a:rPr>
              <a:t>www.hoperf.cn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</a:rPr>
              <a:t>  |  </a:t>
            </a:r>
            <a:r>
              <a:rPr lang="en-US" altLang="zh-CN" sz="1200" b="1" dirty="0">
                <a:solidFill>
                  <a:srgbClr val="C00000"/>
                </a:solidFill>
                <a:latin typeface="微软雅黑" panose="020B0503020204020204" pitchFamily="34" charset="-122"/>
                <a:ea typeface="思源黑体 CN Normal" panose="020B0400000000000000" charset="-122"/>
                <a:cs typeface="Arial" panose="020B0604020202020204" pitchFamily="34" charset="0"/>
                <a:hlinkClick r:id="rId8"/>
              </a:rPr>
              <a:t>www.hoperf.com</a:t>
            </a:r>
            <a:r>
              <a:rPr lang="en-US" altLang="zh-CN" sz="1200" dirty="0">
                <a:solidFill>
                  <a:srgbClr val="C00000"/>
                </a:solidFill>
                <a:latin typeface="Arial Black" panose="020B0A04020102020204" pitchFamily="34" charset="0"/>
                <a:ea typeface="思源黑体 CN Normal" panose="020B0400000000000000" charset="-122"/>
                <a:cs typeface="+mn-lt"/>
              </a:rPr>
              <a:t>  </a:t>
            </a:r>
          </a:p>
        </p:txBody>
      </p:sp>
      <p:sp>
        <p:nvSpPr>
          <p:cNvPr id="43" name="Freeform 7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8195945" y="6055360"/>
            <a:ext cx="435610" cy="400050"/>
          </a:xfrm>
          <a:custGeom>
            <a:avLst/>
            <a:gdLst>
              <a:gd name="T0" fmla="*/ 2147483647 w 177"/>
              <a:gd name="T1" fmla="*/ 2147483647 h 164"/>
              <a:gd name="T2" fmla="*/ 2147483647 w 177"/>
              <a:gd name="T3" fmla="*/ 2147483647 h 164"/>
              <a:gd name="T4" fmla="*/ 2147483647 w 177"/>
              <a:gd name="T5" fmla="*/ 2147483647 h 164"/>
              <a:gd name="T6" fmla="*/ 2147483647 w 177"/>
              <a:gd name="T7" fmla="*/ 2147483647 h 164"/>
              <a:gd name="T8" fmla="*/ 2147483647 w 177"/>
              <a:gd name="T9" fmla="*/ 2147483647 h 164"/>
              <a:gd name="T10" fmla="*/ 2147483647 w 177"/>
              <a:gd name="T11" fmla="*/ 2147483647 h 164"/>
              <a:gd name="T12" fmla="*/ 2147483647 w 177"/>
              <a:gd name="T13" fmla="*/ 2147483647 h 164"/>
              <a:gd name="T14" fmla="*/ 2147483647 w 177"/>
              <a:gd name="T15" fmla="*/ 2147483647 h 164"/>
              <a:gd name="T16" fmla="*/ 2147483647 w 177"/>
              <a:gd name="T17" fmla="*/ 2147483647 h 164"/>
              <a:gd name="T18" fmla="*/ 2147483647 w 177"/>
              <a:gd name="T19" fmla="*/ 2147483647 h 164"/>
              <a:gd name="T20" fmla="*/ 2147483647 w 177"/>
              <a:gd name="T21" fmla="*/ 2147483647 h 164"/>
              <a:gd name="T22" fmla="*/ 2147483647 w 177"/>
              <a:gd name="T23" fmla="*/ 0 h 164"/>
              <a:gd name="T24" fmla="*/ 2147483647 w 177"/>
              <a:gd name="T25" fmla="*/ 2147483647 h 164"/>
              <a:gd name="T26" fmla="*/ 2147483647 w 177"/>
              <a:gd name="T27" fmla="*/ 2147483647 h 164"/>
              <a:gd name="T28" fmla="*/ 2147483647 w 177"/>
              <a:gd name="T29" fmla="*/ 2147483647 h 164"/>
              <a:gd name="T30" fmla="*/ 2147483647 w 177"/>
              <a:gd name="T31" fmla="*/ 2147483647 h 164"/>
              <a:gd name="T32" fmla="*/ 2147483647 w 177"/>
              <a:gd name="T33" fmla="*/ 2147483647 h 164"/>
              <a:gd name="T34" fmla="*/ 2147483647 w 177"/>
              <a:gd name="T35" fmla="*/ 2147483647 h 164"/>
              <a:gd name="T36" fmla="*/ 2147483647 w 177"/>
              <a:gd name="T37" fmla="*/ 2147483647 h 164"/>
              <a:gd name="T38" fmla="*/ 2147483647 w 177"/>
              <a:gd name="T39" fmla="*/ 2147483647 h 164"/>
              <a:gd name="T40" fmla="*/ 2147483647 w 177"/>
              <a:gd name="T41" fmla="*/ 2147483647 h 164"/>
              <a:gd name="T42" fmla="*/ 2147483647 w 177"/>
              <a:gd name="T43" fmla="*/ 2147483647 h 164"/>
              <a:gd name="T44" fmla="*/ 2147483647 w 177"/>
              <a:gd name="T45" fmla="*/ 2147483647 h 164"/>
              <a:gd name="T46" fmla="*/ 2147483647 w 177"/>
              <a:gd name="T47" fmla="*/ 2147483647 h 164"/>
              <a:gd name="T48" fmla="*/ 2147483647 w 177"/>
              <a:gd name="T49" fmla="*/ 2147483647 h 164"/>
              <a:gd name="T50" fmla="*/ 2147483647 w 177"/>
              <a:gd name="T51" fmla="*/ 2147483647 h 164"/>
              <a:gd name="T52" fmla="*/ 2147483647 w 177"/>
              <a:gd name="T53" fmla="*/ 2147483647 h 164"/>
              <a:gd name="T54" fmla="*/ 2147483647 w 177"/>
              <a:gd name="T55" fmla="*/ 2147483647 h 164"/>
              <a:gd name="T56" fmla="*/ 2147483647 w 177"/>
              <a:gd name="T57" fmla="*/ 2147483647 h 164"/>
              <a:gd name="T58" fmla="*/ 2147483647 w 177"/>
              <a:gd name="T59" fmla="*/ 0 h 164"/>
              <a:gd name="T60" fmla="*/ 2147483647 w 177"/>
              <a:gd name="T61" fmla="*/ 2147483647 h 164"/>
              <a:gd name="T62" fmla="*/ 2147483647 w 177"/>
              <a:gd name="T63" fmla="*/ 2147483647 h 164"/>
              <a:gd name="T64" fmla="*/ 2147483647 w 177"/>
              <a:gd name="T65" fmla="*/ 2147483647 h 164"/>
              <a:gd name="T66" fmla="*/ 2147483647 w 177"/>
              <a:gd name="T67" fmla="*/ 2147483647 h 164"/>
              <a:gd name="T68" fmla="*/ 2147483647 w 177"/>
              <a:gd name="T69" fmla="*/ 2147483647 h 164"/>
              <a:gd name="T70" fmla="*/ 2147483647 w 177"/>
              <a:gd name="T71" fmla="*/ 2147483647 h 164"/>
              <a:gd name="T72" fmla="*/ 2147483647 w 177"/>
              <a:gd name="T73" fmla="*/ 2147483647 h 164"/>
              <a:gd name="T74" fmla="*/ 2147483647 w 177"/>
              <a:gd name="T75" fmla="*/ 2147483647 h 164"/>
              <a:gd name="T76" fmla="*/ 2147483647 w 177"/>
              <a:gd name="T77" fmla="*/ 2147483647 h 164"/>
              <a:gd name="T78" fmla="*/ 2147483647 w 177"/>
              <a:gd name="T79" fmla="*/ 2147483647 h 164"/>
              <a:gd name="T80" fmla="*/ 2147483647 w 177"/>
              <a:gd name="T81" fmla="*/ 2147483647 h 16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177" h="164">
                <a:moveTo>
                  <a:pt x="31" y="94"/>
                </a:moveTo>
                <a:cubicBezTo>
                  <a:pt x="19" y="94"/>
                  <a:pt x="19" y="94"/>
                  <a:pt x="19" y="94"/>
                </a:cubicBezTo>
                <a:cubicBezTo>
                  <a:pt x="9" y="94"/>
                  <a:pt x="1" y="89"/>
                  <a:pt x="1" y="79"/>
                </a:cubicBezTo>
                <a:cubicBezTo>
                  <a:pt x="1" y="72"/>
                  <a:pt x="0" y="47"/>
                  <a:pt x="12" y="47"/>
                </a:cubicBezTo>
                <a:cubicBezTo>
                  <a:pt x="14" y="47"/>
                  <a:pt x="24" y="55"/>
                  <a:pt x="36" y="55"/>
                </a:cubicBezTo>
                <a:cubicBezTo>
                  <a:pt x="40" y="55"/>
                  <a:pt x="44" y="54"/>
                  <a:pt x="48" y="52"/>
                </a:cubicBezTo>
                <a:cubicBezTo>
                  <a:pt x="48" y="54"/>
                  <a:pt x="48" y="57"/>
                  <a:pt x="48" y="59"/>
                </a:cubicBezTo>
                <a:cubicBezTo>
                  <a:pt x="48" y="67"/>
                  <a:pt x="50" y="75"/>
                  <a:pt x="55" y="82"/>
                </a:cubicBezTo>
                <a:cubicBezTo>
                  <a:pt x="46" y="82"/>
                  <a:pt x="37" y="86"/>
                  <a:pt x="31" y="94"/>
                </a:cubicBezTo>
                <a:close/>
                <a:moveTo>
                  <a:pt x="36" y="47"/>
                </a:moveTo>
                <a:cubicBezTo>
                  <a:pt x="23" y="47"/>
                  <a:pt x="12" y="36"/>
                  <a:pt x="12" y="23"/>
                </a:cubicBezTo>
                <a:cubicBezTo>
                  <a:pt x="12" y="10"/>
                  <a:pt x="23" y="0"/>
                  <a:pt x="36" y="0"/>
                </a:cubicBezTo>
                <a:cubicBezTo>
                  <a:pt x="49" y="0"/>
                  <a:pt x="59" y="10"/>
                  <a:pt x="59" y="23"/>
                </a:cubicBezTo>
                <a:cubicBezTo>
                  <a:pt x="59" y="36"/>
                  <a:pt x="49" y="47"/>
                  <a:pt x="36" y="47"/>
                </a:cubicBezTo>
                <a:close/>
                <a:moveTo>
                  <a:pt x="129" y="164"/>
                </a:moveTo>
                <a:cubicBezTo>
                  <a:pt x="49" y="164"/>
                  <a:pt x="49" y="164"/>
                  <a:pt x="49" y="164"/>
                </a:cubicBezTo>
                <a:cubicBezTo>
                  <a:pt x="34" y="164"/>
                  <a:pt x="24" y="155"/>
                  <a:pt x="24" y="140"/>
                </a:cubicBezTo>
                <a:cubicBezTo>
                  <a:pt x="24" y="120"/>
                  <a:pt x="29" y="88"/>
                  <a:pt x="56" y="88"/>
                </a:cubicBezTo>
                <a:cubicBezTo>
                  <a:pt x="59" y="88"/>
                  <a:pt x="70" y="101"/>
                  <a:pt x="89" y="101"/>
                </a:cubicBezTo>
                <a:cubicBezTo>
                  <a:pt x="107" y="101"/>
                  <a:pt x="118" y="88"/>
                  <a:pt x="121" y="88"/>
                </a:cubicBezTo>
                <a:cubicBezTo>
                  <a:pt x="148" y="88"/>
                  <a:pt x="153" y="120"/>
                  <a:pt x="153" y="140"/>
                </a:cubicBezTo>
                <a:cubicBezTo>
                  <a:pt x="153" y="155"/>
                  <a:pt x="143" y="164"/>
                  <a:pt x="129" y="164"/>
                </a:cubicBezTo>
                <a:close/>
                <a:moveTo>
                  <a:pt x="89" y="94"/>
                </a:moveTo>
                <a:cubicBezTo>
                  <a:pt x="69" y="94"/>
                  <a:pt x="53" y="78"/>
                  <a:pt x="53" y="59"/>
                </a:cubicBezTo>
                <a:cubicBezTo>
                  <a:pt x="53" y="39"/>
                  <a:pt x="69" y="23"/>
                  <a:pt x="89" y="23"/>
                </a:cubicBezTo>
                <a:cubicBezTo>
                  <a:pt x="108" y="23"/>
                  <a:pt x="124" y="39"/>
                  <a:pt x="124" y="59"/>
                </a:cubicBezTo>
                <a:cubicBezTo>
                  <a:pt x="124" y="78"/>
                  <a:pt x="108" y="94"/>
                  <a:pt x="89" y="94"/>
                </a:cubicBezTo>
                <a:close/>
                <a:moveTo>
                  <a:pt x="141" y="47"/>
                </a:moveTo>
                <a:cubicBezTo>
                  <a:pt x="128" y="47"/>
                  <a:pt x="118" y="36"/>
                  <a:pt x="118" y="23"/>
                </a:cubicBezTo>
                <a:cubicBezTo>
                  <a:pt x="118" y="10"/>
                  <a:pt x="128" y="0"/>
                  <a:pt x="141" y="0"/>
                </a:cubicBezTo>
                <a:cubicBezTo>
                  <a:pt x="154" y="0"/>
                  <a:pt x="165" y="10"/>
                  <a:pt x="165" y="23"/>
                </a:cubicBezTo>
                <a:cubicBezTo>
                  <a:pt x="165" y="36"/>
                  <a:pt x="154" y="47"/>
                  <a:pt x="141" y="47"/>
                </a:cubicBezTo>
                <a:close/>
                <a:moveTo>
                  <a:pt x="159" y="94"/>
                </a:moveTo>
                <a:cubicBezTo>
                  <a:pt x="146" y="94"/>
                  <a:pt x="146" y="94"/>
                  <a:pt x="146" y="94"/>
                </a:cubicBezTo>
                <a:cubicBezTo>
                  <a:pt x="140" y="86"/>
                  <a:pt x="132" y="82"/>
                  <a:pt x="122" y="82"/>
                </a:cubicBezTo>
                <a:cubicBezTo>
                  <a:pt x="127" y="75"/>
                  <a:pt x="130" y="67"/>
                  <a:pt x="130" y="59"/>
                </a:cubicBezTo>
                <a:cubicBezTo>
                  <a:pt x="130" y="57"/>
                  <a:pt x="129" y="54"/>
                  <a:pt x="129" y="52"/>
                </a:cubicBezTo>
                <a:cubicBezTo>
                  <a:pt x="133" y="54"/>
                  <a:pt x="137" y="55"/>
                  <a:pt x="141" y="55"/>
                </a:cubicBezTo>
                <a:cubicBezTo>
                  <a:pt x="154" y="55"/>
                  <a:pt x="163" y="47"/>
                  <a:pt x="165" y="47"/>
                </a:cubicBezTo>
                <a:cubicBezTo>
                  <a:pt x="177" y="47"/>
                  <a:pt x="177" y="72"/>
                  <a:pt x="177" y="79"/>
                </a:cubicBezTo>
                <a:cubicBezTo>
                  <a:pt x="177" y="89"/>
                  <a:pt x="168" y="94"/>
                  <a:pt x="159" y="94"/>
                </a:cubicBezTo>
                <a:close/>
              </a:path>
            </a:pathLst>
          </a:custGeom>
          <a:solidFill>
            <a:srgbClr val="C00000"/>
          </a:solidFill>
          <a:ln w="9525">
            <a:noFill/>
            <a:round/>
          </a:ln>
        </p:spPr>
        <p:txBody>
          <a:bodyPr lIns="121920" tIns="60960" rIns="121920" bIns="6096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R" panose="00020600040101010101" pitchFamily="18" charset="-122"/>
              <a:ea typeface="阿里巴巴普惠体 R" panose="00020600040101010101" pitchFamily="18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cxMTI1NTFmM2MzOWJhZjQxYWQxZmZiNTMwMGI5NDkifQ=="/>
  <p:tag name="KSO_WPP_MARK_KEY" val="0998e8b0-472f-4932-b042-428429815a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numdg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73</Words>
  <Application>Microsoft Office PowerPoint</Application>
  <PresentationFormat>宽屏</PresentationFormat>
  <Paragraphs>16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微软雅黑</vt:lpstr>
      <vt:lpstr>阿里巴巴普惠体 R</vt:lpstr>
      <vt:lpstr>Arial</vt:lpstr>
      <vt:lpstr>Arial Black</vt:lpstr>
      <vt:lpstr>Calibri</vt:lpstr>
      <vt:lpstr>自定义设计方案</vt:lpstr>
      <vt:lpstr>1_自定义设计方案</vt:lpstr>
      <vt:lpstr>2_自定义设计方案</vt:lpstr>
      <vt:lpstr>PowerPoint 演示文稿</vt:lpstr>
      <vt:lpstr>PowerPoint 演示文稿</vt:lpstr>
      <vt:lpstr>PowerPoint 演示文稿</vt:lpstr>
    </vt:vector>
  </TitlesOfParts>
  <Company>华普微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华普微Matter解决方案</dc:title>
  <dc:creator>Lei Sun</dc:creator>
  <cp:lastModifiedBy>huide</cp:lastModifiedBy>
  <cp:revision>7700</cp:revision>
  <dcterms:created xsi:type="dcterms:W3CDTF">2022-11-21T07:58:00Z</dcterms:created>
  <dcterms:modified xsi:type="dcterms:W3CDTF">2026-08-31T02:38:37Z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E0B14DF8367343C1BDA17417F696BF4B_13</vt:lpwstr>
  </property>
</Properties>
</file>